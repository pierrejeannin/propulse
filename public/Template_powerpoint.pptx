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4"/>
  </p:notesMasterIdLst>
  <p:sldIdLst>
    <p:sldId id="259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C4C"/>
    <a:srgbClr val="ECF8F9"/>
    <a:srgbClr val="4E4FEB"/>
    <a:srgbClr val="FC9B50"/>
    <a:srgbClr val="1C9A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8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1" d="100"/>
          <a:sy n="71" d="100"/>
        </p:scale>
        <p:origin x="328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ierre JEANNIN" userId="9508e09f-1fc3-4a2d-870e-08fab9ce1184" providerId="ADAL" clId="{E22DC389-3A51-4870-8E92-C10AC827ADAC}"/>
    <pc:docChg chg="addSld delSld">
      <pc:chgData name="Pierre JEANNIN" userId="9508e09f-1fc3-4a2d-870e-08fab9ce1184" providerId="ADAL" clId="{E22DC389-3A51-4870-8E92-C10AC827ADAC}" dt="2026-04-15T08:36:09.975" v="12" actId="680"/>
      <pc:docMkLst>
        <pc:docMk/>
      </pc:docMkLst>
      <pc:sldChg chg="del">
        <pc:chgData name="Pierre JEANNIN" userId="9508e09f-1fc3-4a2d-870e-08fab9ce1184" providerId="ADAL" clId="{E22DC389-3A51-4870-8E92-C10AC827ADAC}" dt="2026-04-14T07:06:30.123" v="0" actId="47"/>
        <pc:sldMkLst>
          <pc:docMk/>
          <pc:sldMk cId="211377123" sldId="256"/>
        </pc:sldMkLst>
      </pc:sldChg>
      <pc:sldChg chg="new">
        <pc:chgData name="Pierre JEANNIN" userId="9508e09f-1fc3-4a2d-870e-08fab9ce1184" providerId="ADAL" clId="{E22DC389-3A51-4870-8E92-C10AC827ADAC}" dt="2026-04-15T08:36:04.924" v="10" actId="680"/>
        <pc:sldMkLst>
          <pc:docMk/>
          <pc:sldMk cId="2439849712" sldId="256"/>
        </pc:sldMkLst>
      </pc:sldChg>
      <pc:sldChg chg="new">
        <pc:chgData name="Pierre JEANNIN" userId="9508e09f-1fc3-4a2d-870e-08fab9ce1184" providerId="ADAL" clId="{E22DC389-3A51-4870-8E92-C10AC827ADAC}" dt="2026-04-15T08:36:07.091" v="11" actId="680"/>
        <pc:sldMkLst>
          <pc:docMk/>
          <pc:sldMk cId="499096184" sldId="257"/>
        </pc:sldMkLst>
      </pc:sldChg>
      <pc:sldChg chg="del">
        <pc:chgData name="Pierre JEANNIN" userId="9508e09f-1fc3-4a2d-870e-08fab9ce1184" providerId="ADAL" clId="{E22DC389-3A51-4870-8E92-C10AC827ADAC}" dt="2026-04-14T07:06:30.622" v="1" actId="47"/>
        <pc:sldMkLst>
          <pc:docMk/>
          <pc:sldMk cId="2477153715" sldId="257"/>
        </pc:sldMkLst>
      </pc:sldChg>
      <pc:sldChg chg="new">
        <pc:chgData name="Pierre JEANNIN" userId="9508e09f-1fc3-4a2d-870e-08fab9ce1184" providerId="ADAL" clId="{E22DC389-3A51-4870-8E92-C10AC827ADAC}" dt="2026-04-15T08:36:09.975" v="12" actId="680"/>
        <pc:sldMkLst>
          <pc:docMk/>
          <pc:sldMk cId="3404381081" sldId="258"/>
        </pc:sldMkLst>
      </pc:sldChg>
      <pc:sldChg chg="del">
        <pc:chgData name="Pierre JEANNIN" userId="9508e09f-1fc3-4a2d-870e-08fab9ce1184" providerId="ADAL" clId="{E22DC389-3A51-4870-8E92-C10AC827ADAC}" dt="2026-04-14T07:06:30.675" v="3" actId="47"/>
        <pc:sldMkLst>
          <pc:docMk/>
          <pc:sldMk cId="3655975231" sldId="261"/>
        </pc:sldMkLst>
      </pc:sldChg>
      <pc:sldChg chg="del">
        <pc:chgData name="Pierre JEANNIN" userId="9508e09f-1fc3-4a2d-870e-08fab9ce1184" providerId="ADAL" clId="{E22DC389-3A51-4870-8E92-C10AC827ADAC}" dt="2026-04-14T07:06:30.803" v="7" actId="47"/>
        <pc:sldMkLst>
          <pc:docMk/>
          <pc:sldMk cId="1431658779" sldId="262"/>
        </pc:sldMkLst>
      </pc:sldChg>
      <pc:sldChg chg="del">
        <pc:chgData name="Pierre JEANNIN" userId="9508e09f-1fc3-4a2d-870e-08fab9ce1184" providerId="ADAL" clId="{E22DC389-3A51-4870-8E92-C10AC827ADAC}" dt="2026-04-14T07:06:30.857" v="8" actId="47"/>
        <pc:sldMkLst>
          <pc:docMk/>
          <pc:sldMk cId="3549224128" sldId="263"/>
        </pc:sldMkLst>
      </pc:sldChg>
      <pc:sldChg chg="del">
        <pc:chgData name="Pierre JEANNIN" userId="9508e09f-1fc3-4a2d-870e-08fab9ce1184" providerId="ADAL" clId="{E22DC389-3A51-4870-8E92-C10AC827ADAC}" dt="2026-04-14T07:06:30.876" v="9" actId="47"/>
        <pc:sldMkLst>
          <pc:docMk/>
          <pc:sldMk cId="1501444159" sldId="264"/>
        </pc:sldMkLst>
      </pc:sldChg>
      <pc:sldChg chg="del">
        <pc:chgData name="Pierre JEANNIN" userId="9508e09f-1fc3-4a2d-870e-08fab9ce1184" providerId="ADAL" clId="{E22DC389-3A51-4870-8E92-C10AC827ADAC}" dt="2026-04-14T07:06:30.698" v="4" actId="47"/>
        <pc:sldMkLst>
          <pc:docMk/>
          <pc:sldMk cId="1679396988" sldId="267"/>
        </pc:sldMkLst>
      </pc:sldChg>
      <pc:sldChg chg="del">
        <pc:chgData name="Pierre JEANNIN" userId="9508e09f-1fc3-4a2d-870e-08fab9ce1184" providerId="ADAL" clId="{E22DC389-3A51-4870-8E92-C10AC827ADAC}" dt="2026-04-14T07:06:30.640" v="2" actId="47"/>
        <pc:sldMkLst>
          <pc:docMk/>
          <pc:sldMk cId="1673038920" sldId="268"/>
        </pc:sldMkLst>
      </pc:sldChg>
      <pc:sldChg chg="del">
        <pc:chgData name="Pierre JEANNIN" userId="9508e09f-1fc3-4a2d-870e-08fab9ce1184" providerId="ADAL" clId="{E22DC389-3A51-4870-8E92-C10AC827ADAC}" dt="2026-04-14T07:06:30.733" v="5" actId="47"/>
        <pc:sldMkLst>
          <pc:docMk/>
          <pc:sldMk cId="587390974" sldId="271"/>
        </pc:sldMkLst>
      </pc:sldChg>
      <pc:sldChg chg="del">
        <pc:chgData name="Pierre JEANNIN" userId="9508e09f-1fc3-4a2d-870e-08fab9ce1184" providerId="ADAL" clId="{E22DC389-3A51-4870-8E92-C10AC827ADAC}" dt="2026-04-14T07:06:30.772" v="6" actId="47"/>
        <pc:sldMkLst>
          <pc:docMk/>
          <pc:sldMk cId="3344390969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3F8068-D2BF-4DF7-8211-C048D5AB340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A6F41-B10F-455A-A566-783D62A64D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50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BLOC VERT">
            <a:extLst>
              <a:ext uri="{FF2B5EF4-FFF2-40B4-BE49-F238E27FC236}">
                <a16:creationId xmlns:a16="http://schemas.microsoft.com/office/drawing/2014/main" id="{ABB9CE5F-DF5B-58E7-5FE4-45BF039CE50F}"/>
              </a:ext>
            </a:extLst>
          </p:cNvPr>
          <p:cNvGrpSpPr/>
          <p:nvPr userDrawn="1"/>
        </p:nvGrpSpPr>
        <p:grpSpPr>
          <a:xfrm rot="18900000">
            <a:off x="352079" y="5759877"/>
            <a:ext cx="1898640" cy="1908282"/>
            <a:chOff x="-3468501" y="-1669257"/>
            <a:chExt cx="3125788" cy="3141663"/>
          </a:xfrm>
          <a:gradFill>
            <a:gsLst>
              <a:gs pos="13000">
                <a:srgbClr val="FC9B50">
                  <a:alpha val="30000"/>
                </a:srgbClr>
              </a:gs>
              <a:gs pos="100000">
                <a:srgbClr val="ECF8F9">
                  <a:alpha val="30000"/>
                </a:srgbClr>
              </a:gs>
            </a:gsLst>
            <a:lin ang="7200000" scaled="0"/>
          </a:gra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E27357C9-7848-9BEA-DD06-A4D148B35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68501" y="-1669257"/>
              <a:ext cx="2930525" cy="2944813"/>
            </a:xfrm>
            <a:custGeom>
              <a:avLst/>
              <a:gdLst>
                <a:gd name="T0" fmla="*/ 493 w 3691"/>
                <a:gd name="T1" fmla="*/ 3215 h 3710"/>
                <a:gd name="T2" fmla="*/ 493 w 3691"/>
                <a:gd name="T3" fmla="*/ 494 h 3710"/>
                <a:gd name="T4" fmla="*/ 3200 w 3691"/>
                <a:gd name="T5" fmla="*/ 494 h 3710"/>
                <a:gd name="T6" fmla="*/ 3691 w 3691"/>
                <a:gd name="T7" fmla="*/ 0 h 3710"/>
                <a:gd name="T8" fmla="*/ 394 w 3691"/>
                <a:gd name="T9" fmla="*/ 0 h 3710"/>
                <a:gd name="T10" fmla="*/ 394 w 3691"/>
                <a:gd name="T11" fmla="*/ 0 h 3710"/>
                <a:gd name="T12" fmla="*/ 354 w 3691"/>
                <a:gd name="T13" fmla="*/ 2 h 3710"/>
                <a:gd name="T14" fmla="*/ 314 w 3691"/>
                <a:gd name="T15" fmla="*/ 7 h 3710"/>
                <a:gd name="T16" fmla="*/ 278 w 3691"/>
                <a:gd name="T17" fmla="*/ 17 h 3710"/>
                <a:gd name="T18" fmla="*/ 241 w 3691"/>
                <a:gd name="T19" fmla="*/ 31 h 3710"/>
                <a:gd name="T20" fmla="*/ 207 w 3691"/>
                <a:gd name="T21" fmla="*/ 47 h 3710"/>
                <a:gd name="T22" fmla="*/ 174 w 3691"/>
                <a:gd name="T23" fmla="*/ 68 h 3710"/>
                <a:gd name="T24" fmla="*/ 144 w 3691"/>
                <a:gd name="T25" fmla="*/ 91 h 3710"/>
                <a:gd name="T26" fmla="*/ 116 w 3691"/>
                <a:gd name="T27" fmla="*/ 115 h 3710"/>
                <a:gd name="T28" fmla="*/ 90 w 3691"/>
                <a:gd name="T29" fmla="*/ 143 h 3710"/>
                <a:gd name="T30" fmla="*/ 68 w 3691"/>
                <a:gd name="T31" fmla="*/ 175 h 3710"/>
                <a:gd name="T32" fmla="*/ 49 w 3691"/>
                <a:gd name="T33" fmla="*/ 208 h 3710"/>
                <a:gd name="T34" fmla="*/ 31 w 3691"/>
                <a:gd name="T35" fmla="*/ 241 h 3710"/>
                <a:gd name="T36" fmla="*/ 17 w 3691"/>
                <a:gd name="T37" fmla="*/ 277 h 3710"/>
                <a:gd name="T38" fmla="*/ 9 w 3691"/>
                <a:gd name="T39" fmla="*/ 316 h 3710"/>
                <a:gd name="T40" fmla="*/ 2 w 3691"/>
                <a:gd name="T41" fmla="*/ 354 h 3710"/>
                <a:gd name="T42" fmla="*/ 0 w 3691"/>
                <a:gd name="T43" fmla="*/ 396 h 3710"/>
                <a:gd name="T44" fmla="*/ 0 w 3691"/>
                <a:gd name="T45" fmla="*/ 3710 h 3710"/>
                <a:gd name="T46" fmla="*/ 493 w 3691"/>
                <a:gd name="T47" fmla="*/ 3215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493" y="3215"/>
                  </a:moveTo>
                  <a:lnTo>
                    <a:pt x="493" y="494"/>
                  </a:lnTo>
                  <a:lnTo>
                    <a:pt x="3200" y="494"/>
                  </a:lnTo>
                  <a:lnTo>
                    <a:pt x="3691" y="0"/>
                  </a:lnTo>
                  <a:lnTo>
                    <a:pt x="394" y="0"/>
                  </a:lnTo>
                  <a:lnTo>
                    <a:pt x="394" y="0"/>
                  </a:lnTo>
                  <a:lnTo>
                    <a:pt x="354" y="2"/>
                  </a:lnTo>
                  <a:lnTo>
                    <a:pt x="314" y="7"/>
                  </a:lnTo>
                  <a:lnTo>
                    <a:pt x="278" y="17"/>
                  </a:lnTo>
                  <a:lnTo>
                    <a:pt x="241" y="31"/>
                  </a:lnTo>
                  <a:lnTo>
                    <a:pt x="207" y="47"/>
                  </a:lnTo>
                  <a:lnTo>
                    <a:pt x="174" y="68"/>
                  </a:lnTo>
                  <a:lnTo>
                    <a:pt x="144" y="91"/>
                  </a:lnTo>
                  <a:lnTo>
                    <a:pt x="116" y="115"/>
                  </a:lnTo>
                  <a:lnTo>
                    <a:pt x="90" y="143"/>
                  </a:lnTo>
                  <a:lnTo>
                    <a:pt x="68" y="175"/>
                  </a:lnTo>
                  <a:lnTo>
                    <a:pt x="49" y="208"/>
                  </a:lnTo>
                  <a:lnTo>
                    <a:pt x="31" y="241"/>
                  </a:lnTo>
                  <a:lnTo>
                    <a:pt x="17" y="277"/>
                  </a:lnTo>
                  <a:lnTo>
                    <a:pt x="9" y="316"/>
                  </a:lnTo>
                  <a:lnTo>
                    <a:pt x="2" y="354"/>
                  </a:lnTo>
                  <a:lnTo>
                    <a:pt x="0" y="396"/>
                  </a:lnTo>
                  <a:lnTo>
                    <a:pt x="0" y="3710"/>
                  </a:lnTo>
                  <a:lnTo>
                    <a:pt x="493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6F856C2F-C3CA-0355-A1F0-74946B246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73238" y="-1472407"/>
              <a:ext cx="2930525" cy="2944813"/>
            </a:xfrm>
            <a:custGeom>
              <a:avLst/>
              <a:gdLst>
                <a:gd name="T0" fmla="*/ 3200 w 3691"/>
                <a:gd name="T1" fmla="*/ 494 h 3710"/>
                <a:gd name="T2" fmla="*/ 3200 w 3691"/>
                <a:gd name="T3" fmla="*/ 3214 h 3710"/>
                <a:gd name="T4" fmla="*/ 491 w 3691"/>
                <a:gd name="T5" fmla="*/ 3214 h 3710"/>
                <a:gd name="T6" fmla="*/ 0 w 3691"/>
                <a:gd name="T7" fmla="*/ 3710 h 3710"/>
                <a:gd name="T8" fmla="*/ 3297 w 3691"/>
                <a:gd name="T9" fmla="*/ 3710 h 3710"/>
                <a:gd name="T10" fmla="*/ 3297 w 3691"/>
                <a:gd name="T11" fmla="*/ 3710 h 3710"/>
                <a:gd name="T12" fmla="*/ 3337 w 3691"/>
                <a:gd name="T13" fmla="*/ 3707 h 3710"/>
                <a:gd name="T14" fmla="*/ 3377 w 3691"/>
                <a:gd name="T15" fmla="*/ 3701 h 3710"/>
                <a:gd name="T16" fmla="*/ 3415 w 3691"/>
                <a:gd name="T17" fmla="*/ 3691 h 3710"/>
                <a:gd name="T18" fmla="*/ 3451 w 3691"/>
                <a:gd name="T19" fmla="*/ 3679 h 3710"/>
                <a:gd name="T20" fmla="*/ 3484 w 3691"/>
                <a:gd name="T21" fmla="*/ 3661 h 3710"/>
                <a:gd name="T22" fmla="*/ 3517 w 3691"/>
                <a:gd name="T23" fmla="*/ 3642 h 3710"/>
                <a:gd name="T24" fmla="*/ 3547 w 3691"/>
                <a:gd name="T25" fmla="*/ 3619 h 3710"/>
                <a:gd name="T26" fmla="*/ 3576 w 3691"/>
                <a:gd name="T27" fmla="*/ 3593 h 3710"/>
                <a:gd name="T28" fmla="*/ 3601 w 3691"/>
                <a:gd name="T29" fmla="*/ 3565 h 3710"/>
                <a:gd name="T30" fmla="*/ 3623 w 3691"/>
                <a:gd name="T31" fmla="*/ 3535 h 3710"/>
                <a:gd name="T32" fmla="*/ 3644 w 3691"/>
                <a:gd name="T33" fmla="*/ 3502 h 3710"/>
                <a:gd name="T34" fmla="*/ 3660 w 3691"/>
                <a:gd name="T35" fmla="*/ 3467 h 3710"/>
                <a:gd name="T36" fmla="*/ 3674 w 3691"/>
                <a:gd name="T37" fmla="*/ 3431 h 3710"/>
                <a:gd name="T38" fmla="*/ 3682 w 3691"/>
                <a:gd name="T39" fmla="*/ 3392 h 3710"/>
                <a:gd name="T40" fmla="*/ 3689 w 3691"/>
                <a:gd name="T41" fmla="*/ 3354 h 3710"/>
                <a:gd name="T42" fmla="*/ 3691 w 3691"/>
                <a:gd name="T43" fmla="*/ 3314 h 3710"/>
                <a:gd name="T44" fmla="*/ 3691 w 3691"/>
                <a:gd name="T45" fmla="*/ 0 h 3710"/>
                <a:gd name="T46" fmla="*/ 3200 w 3691"/>
                <a:gd name="T47" fmla="*/ 494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3200" y="494"/>
                  </a:moveTo>
                  <a:lnTo>
                    <a:pt x="3200" y="3214"/>
                  </a:lnTo>
                  <a:lnTo>
                    <a:pt x="491" y="3214"/>
                  </a:lnTo>
                  <a:lnTo>
                    <a:pt x="0" y="3710"/>
                  </a:lnTo>
                  <a:lnTo>
                    <a:pt x="3297" y="3710"/>
                  </a:lnTo>
                  <a:lnTo>
                    <a:pt x="3297" y="3710"/>
                  </a:lnTo>
                  <a:lnTo>
                    <a:pt x="3337" y="3707"/>
                  </a:lnTo>
                  <a:lnTo>
                    <a:pt x="3377" y="3701"/>
                  </a:lnTo>
                  <a:lnTo>
                    <a:pt x="3415" y="3691"/>
                  </a:lnTo>
                  <a:lnTo>
                    <a:pt x="3451" y="3679"/>
                  </a:lnTo>
                  <a:lnTo>
                    <a:pt x="3484" y="3661"/>
                  </a:lnTo>
                  <a:lnTo>
                    <a:pt x="3517" y="3642"/>
                  </a:lnTo>
                  <a:lnTo>
                    <a:pt x="3547" y="3619"/>
                  </a:lnTo>
                  <a:lnTo>
                    <a:pt x="3576" y="3593"/>
                  </a:lnTo>
                  <a:lnTo>
                    <a:pt x="3601" y="3565"/>
                  </a:lnTo>
                  <a:lnTo>
                    <a:pt x="3623" y="3535"/>
                  </a:lnTo>
                  <a:lnTo>
                    <a:pt x="3644" y="3502"/>
                  </a:lnTo>
                  <a:lnTo>
                    <a:pt x="3660" y="3467"/>
                  </a:lnTo>
                  <a:lnTo>
                    <a:pt x="3674" y="3431"/>
                  </a:lnTo>
                  <a:lnTo>
                    <a:pt x="3682" y="3392"/>
                  </a:lnTo>
                  <a:lnTo>
                    <a:pt x="3689" y="3354"/>
                  </a:lnTo>
                  <a:lnTo>
                    <a:pt x="3691" y="3314"/>
                  </a:lnTo>
                  <a:lnTo>
                    <a:pt x="3691" y="0"/>
                  </a:lnTo>
                  <a:lnTo>
                    <a:pt x="3200" y="4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16" name="BLOC BLANC">
            <a:extLst>
              <a:ext uri="{FF2B5EF4-FFF2-40B4-BE49-F238E27FC236}">
                <a16:creationId xmlns:a16="http://schemas.microsoft.com/office/drawing/2014/main" id="{838E6150-1A53-F7B8-CAAF-758FC1A9ACC3}"/>
              </a:ext>
            </a:extLst>
          </p:cNvPr>
          <p:cNvGrpSpPr/>
          <p:nvPr userDrawn="1"/>
        </p:nvGrpSpPr>
        <p:grpSpPr>
          <a:xfrm rot="8100000">
            <a:off x="2359438" y="4606179"/>
            <a:ext cx="1213373" cy="1219535"/>
            <a:chOff x="-3468501" y="-1669257"/>
            <a:chExt cx="3125788" cy="3141663"/>
          </a:xfrm>
          <a:gradFill>
            <a:gsLst>
              <a:gs pos="11000">
                <a:srgbClr val="4E4FEB">
                  <a:alpha val="30000"/>
                </a:srgbClr>
              </a:gs>
              <a:gs pos="100000">
                <a:schemeClr val="bg1">
                  <a:alpha val="35000"/>
                </a:schemeClr>
              </a:gs>
            </a:gsLst>
            <a:lin ang="4800000" scaled="0"/>
          </a:gra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9B906F4-E5E6-4844-0E64-8EA08C4DF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68501" y="-1669257"/>
              <a:ext cx="2930525" cy="2944813"/>
            </a:xfrm>
            <a:custGeom>
              <a:avLst/>
              <a:gdLst>
                <a:gd name="T0" fmla="*/ 493 w 3691"/>
                <a:gd name="T1" fmla="*/ 3215 h 3710"/>
                <a:gd name="T2" fmla="*/ 493 w 3691"/>
                <a:gd name="T3" fmla="*/ 494 h 3710"/>
                <a:gd name="T4" fmla="*/ 3200 w 3691"/>
                <a:gd name="T5" fmla="*/ 494 h 3710"/>
                <a:gd name="T6" fmla="*/ 3691 w 3691"/>
                <a:gd name="T7" fmla="*/ 0 h 3710"/>
                <a:gd name="T8" fmla="*/ 394 w 3691"/>
                <a:gd name="T9" fmla="*/ 0 h 3710"/>
                <a:gd name="T10" fmla="*/ 394 w 3691"/>
                <a:gd name="T11" fmla="*/ 0 h 3710"/>
                <a:gd name="T12" fmla="*/ 354 w 3691"/>
                <a:gd name="T13" fmla="*/ 2 h 3710"/>
                <a:gd name="T14" fmla="*/ 314 w 3691"/>
                <a:gd name="T15" fmla="*/ 7 h 3710"/>
                <a:gd name="T16" fmla="*/ 278 w 3691"/>
                <a:gd name="T17" fmla="*/ 17 h 3710"/>
                <a:gd name="T18" fmla="*/ 241 w 3691"/>
                <a:gd name="T19" fmla="*/ 31 h 3710"/>
                <a:gd name="T20" fmla="*/ 207 w 3691"/>
                <a:gd name="T21" fmla="*/ 47 h 3710"/>
                <a:gd name="T22" fmla="*/ 174 w 3691"/>
                <a:gd name="T23" fmla="*/ 68 h 3710"/>
                <a:gd name="T24" fmla="*/ 144 w 3691"/>
                <a:gd name="T25" fmla="*/ 91 h 3710"/>
                <a:gd name="T26" fmla="*/ 116 w 3691"/>
                <a:gd name="T27" fmla="*/ 115 h 3710"/>
                <a:gd name="T28" fmla="*/ 90 w 3691"/>
                <a:gd name="T29" fmla="*/ 143 h 3710"/>
                <a:gd name="T30" fmla="*/ 68 w 3691"/>
                <a:gd name="T31" fmla="*/ 175 h 3710"/>
                <a:gd name="T32" fmla="*/ 49 w 3691"/>
                <a:gd name="T33" fmla="*/ 208 h 3710"/>
                <a:gd name="T34" fmla="*/ 31 w 3691"/>
                <a:gd name="T35" fmla="*/ 241 h 3710"/>
                <a:gd name="T36" fmla="*/ 17 w 3691"/>
                <a:gd name="T37" fmla="*/ 277 h 3710"/>
                <a:gd name="T38" fmla="*/ 9 w 3691"/>
                <a:gd name="T39" fmla="*/ 316 h 3710"/>
                <a:gd name="T40" fmla="*/ 2 w 3691"/>
                <a:gd name="T41" fmla="*/ 354 h 3710"/>
                <a:gd name="T42" fmla="*/ 0 w 3691"/>
                <a:gd name="T43" fmla="*/ 396 h 3710"/>
                <a:gd name="T44" fmla="*/ 0 w 3691"/>
                <a:gd name="T45" fmla="*/ 3710 h 3710"/>
                <a:gd name="T46" fmla="*/ 493 w 3691"/>
                <a:gd name="T47" fmla="*/ 3215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493" y="3215"/>
                  </a:moveTo>
                  <a:lnTo>
                    <a:pt x="493" y="494"/>
                  </a:lnTo>
                  <a:lnTo>
                    <a:pt x="3200" y="494"/>
                  </a:lnTo>
                  <a:lnTo>
                    <a:pt x="3691" y="0"/>
                  </a:lnTo>
                  <a:lnTo>
                    <a:pt x="394" y="0"/>
                  </a:lnTo>
                  <a:lnTo>
                    <a:pt x="394" y="0"/>
                  </a:lnTo>
                  <a:lnTo>
                    <a:pt x="354" y="2"/>
                  </a:lnTo>
                  <a:lnTo>
                    <a:pt x="314" y="7"/>
                  </a:lnTo>
                  <a:lnTo>
                    <a:pt x="278" y="17"/>
                  </a:lnTo>
                  <a:lnTo>
                    <a:pt x="241" y="31"/>
                  </a:lnTo>
                  <a:lnTo>
                    <a:pt x="207" y="47"/>
                  </a:lnTo>
                  <a:lnTo>
                    <a:pt x="174" y="68"/>
                  </a:lnTo>
                  <a:lnTo>
                    <a:pt x="144" y="91"/>
                  </a:lnTo>
                  <a:lnTo>
                    <a:pt x="116" y="115"/>
                  </a:lnTo>
                  <a:lnTo>
                    <a:pt x="90" y="143"/>
                  </a:lnTo>
                  <a:lnTo>
                    <a:pt x="68" y="175"/>
                  </a:lnTo>
                  <a:lnTo>
                    <a:pt x="49" y="208"/>
                  </a:lnTo>
                  <a:lnTo>
                    <a:pt x="31" y="241"/>
                  </a:lnTo>
                  <a:lnTo>
                    <a:pt x="17" y="277"/>
                  </a:lnTo>
                  <a:lnTo>
                    <a:pt x="9" y="316"/>
                  </a:lnTo>
                  <a:lnTo>
                    <a:pt x="2" y="354"/>
                  </a:lnTo>
                  <a:lnTo>
                    <a:pt x="0" y="396"/>
                  </a:lnTo>
                  <a:lnTo>
                    <a:pt x="0" y="3710"/>
                  </a:lnTo>
                  <a:lnTo>
                    <a:pt x="493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E0161C9F-2D81-5762-E9A1-6C1BA5A0D55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73238" y="-1472407"/>
              <a:ext cx="2930525" cy="2944813"/>
            </a:xfrm>
            <a:custGeom>
              <a:avLst/>
              <a:gdLst>
                <a:gd name="T0" fmla="*/ 3200 w 3691"/>
                <a:gd name="T1" fmla="*/ 494 h 3710"/>
                <a:gd name="T2" fmla="*/ 3200 w 3691"/>
                <a:gd name="T3" fmla="*/ 3214 h 3710"/>
                <a:gd name="T4" fmla="*/ 491 w 3691"/>
                <a:gd name="T5" fmla="*/ 3214 h 3710"/>
                <a:gd name="T6" fmla="*/ 0 w 3691"/>
                <a:gd name="T7" fmla="*/ 3710 h 3710"/>
                <a:gd name="T8" fmla="*/ 3297 w 3691"/>
                <a:gd name="T9" fmla="*/ 3710 h 3710"/>
                <a:gd name="T10" fmla="*/ 3297 w 3691"/>
                <a:gd name="T11" fmla="*/ 3710 h 3710"/>
                <a:gd name="T12" fmla="*/ 3337 w 3691"/>
                <a:gd name="T13" fmla="*/ 3707 h 3710"/>
                <a:gd name="T14" fmla="*/ 3377 w 3691"/>
                <a:gd name="T15" fmla="*/ 3701 h 3710"/>
                <a:gd name="T16" fmla="*/ 3415 w 3691"/>
                <a:gd name="T17" fmla="*/ 3691 h 3710"/>
                <a:gd name="T18" fmla="*/ 3451 w 3691"/>
                <a:gd name="T19" fmla="*/ 3679 h 3710"/>
                <a:gd name="T20" fmla="*/ 3484 w 3691"/>
                <a:gd name="T21" fmla="*/ 3661 h 3710"/>
                <a:gd name="T22" fmla="*/ 3517 w 3691"/>
                <a:gd name="T23" fmla="*/ 3642 h 3710"/>
                <a:gd name="T24" fmla="*/ 3547 w 3691"/>
                <a:gd name="T25" fmla="*/ 3619 h 3710"/>
                <a:gd name="T26" fmla="*/ 3576 w 3691"/>
                <a:gd name="T27" fmla="*/ 3593 h 3710"/>
                <a:gd name="T28" fmla="*/ 3601 w 3691"/>
                <a:gd name="T29" fmla="*/ 3565 h 3710"/>
                <a:gd name="T30" fmla="*/ 3623 w 3691"/>
                <a:gd name="T31" fmla="*/ 3535 h 3710"/>
                <a:gd name="T32" fmla="*/ 3644 w 3691"/>
                <a:gd name="T33" fmla="*/ 3502 h 3710"/>
                <a:gd name="T34" fmla="*/ 3660 w 3691"/>
                <a:gd name="T35" fmla="*/ 3467 h 3710"/>
                <a:gd name="T36" fmla="*/ 3674 w 3691"/>
                <a:gd name="T37" fmla="*/ 3431 h 3710"/>
                <a:gd name="T38" fmla="*/ 3682 w 3691"/>
                <a:gd name="T39" fmla="*/ 3392 h 3710"/>
                <a:gd name="T40" fmla="*/ 3689 w 3691"/>
                <a:gd name="T41" fmla="*/ 3354 h 3710"/>
                <a:gd name="T42" fmla="*/ 3691 w 3691"/>
                <a:gd name="T43" fmla="*/ 3314 h 3710"/>
                <a:gd name="T44" fmla="*/ 3691 w 3691"/>
                <a:gd name="T45" fmla="*/ 0 h 3710"/>
                <a:gd name="T46" fmla="*/ 3200 w 3691"/>
                <a:gd name="T47" fmla="*/ 494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3200" y="494"/>
                  </a:moveTo>
                  <a:lnTo>
                    <a:pt x="3200" y="3214"/>
                  </a:lnTo>
                  <a:lnTo>
                    <a:pt x="491" y="3214"/>
                  </a:lnTo>
                  <a:lnTo>
                    <a:pt x="0" y="3710"/>
                  </a:lnTo>
                  <a:lnTo>
                    <a:pt x="3297" y="3710"/>
                  </a:lnTo>
                  <a:lnTo>
                    <a:pt x="3297" y="3710"/>
                  </a:lnTo>
                  <a:lnTo>
                    <a:pt x="3337" y="3707"/>
                  </a:lnTo>
                  <a:lnTo>
                    <a:pt x="3377" y="3701"/>
                  </a:lnTo>
                  <a:lnTo>
                    <a:pt x="3415" y="3691"/>
                  </a:lnTo>
                  <a:lnTo>
                    <a:pt x="3451" y="3679"/>
                  </a:lnTo>
                  <a:lnTo>
                    <a:pt x="3484" y="3661"/>
                  </a:lnTo>
                  <a:lnTo>
                    <a:pt x="3517" y="3642"/>
                  </a:lnTo>
                  <a:lnTo>
                    <a:pt x="3547" y="3619"/>
                  </a:lnTo>
                  <a:lnTo>
                    <a:pt x="3576" y="3593"/>
                  </a:lnTo>
                  <a:lnTo>
                    <a:pt x="3601" y="3565"/>
                  </a:lnTo>
                  <a:lnTo>
                    <a:pt x="3623" y="3535"/>
                  </a:lnTo>
                  <a:lnTo>
                    <a:pt x="3644" y="3502"/>
                  </a:lnTo>
                  <a:lnTo>
                    <a:pt x="3660" y="3467"/>
                  </a:lnTo>
                  <a:lnTo>
                    <a:pt x="3674" y="3431"/>
                  </a:lnTo>
                  <a:lnTo>
                    <a:pt x="3682" y="3392"/>
                  </a:lnTo>
                  <a:lnTo>
                    <a:pt x="3689" y="3354"/>
                  </a:lnTo>
                  <a:lnTo>
                    <a:pt x="3691" y="3314"/>
                  </a:lnTo>
                  <a:lnTo>
                    <a:pt x="3691" y="0"/>
                  </a:lnTo>
                  <a:lnTo>
                    <a:pt x="3200" y="4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sp>
        <p:nvSpPr>
          <p:cNvPr id="19" name="FORME">
            <a:extLst>
              <a:ext uri="{FF2B5EF4-FFF2-40B4-BE49-F238E27FC236}">
                <a16:creationId xmlns:a16="http://schemas.microsoft.com/office/drawing/2014/main" id="{AEAEEDA0-101B-5483-306F-EDFCC97DC070}"/>
              </a:ext>
            </a:extLst>
          </p:cNvPr>
          <p:cNvSpPr/>
          <p:nvPr userDrawn="1"/>
        </p:nvSpPr>
        <p:spPr>
          <a:xfrm>
            <a:off x="3994702" y="4993000"/>
            <a:ext cx="8197298" cy="1865000"/>
          </a:xfrm>
          <a:custGeom>
            <a:avLst/>
            <a:gdLst>
              <a:gd name="connsiteX0" fmla="*/ 5614147 w 8197298"/>
              <a:gd name="connsiteY0" fmla="*/ 0 h 1865000"/>
              <a:gd name="connsiteX1" fmla="*/ 5615524 w 8197298"/>
              <a:gd name="connsiteY1" fmla="*/ 0 h 1865000"/>
              <a:gd name="connsiteX2" fmla="*/ 5751915 w 8197298"/>
              <a:gd name="connsiteY2" fmla="*/ 1378 h 1865000"/>
              <a:gd name="connsiteX3" fmla="*/ 5888305 w 8197298"/>
              <a:gd name="connsiteY3" fmla="*/ 6889 h 1865000"/>
              <a:gd name="connsiteX4" fmla="*/ 6023318 w 8197298"/>
              <a:gd name="connsiteY4" fmla="*/ 16532 h 1865000"/>
              <a:gd name="connsiteX5" fmla="*/ 6156953 w 8197298"/>
              <a:gd name="connsiteY5" fmla="*/ 30310 h 1865000"/>
              <a:gd name="connsiteX6" fmla="*/ 6289210 w 8197298"/>
              <a:gd name="connsiteY6" fmla="*/ 48219 h 1865000"/>
              <a:gd name="connsiteX7" fmla="*/ 6421468 w 8197298"/>
              <a:gd name="connsiteY7" fmla="*/ 68884 h 1865000"/>
              <a:gd name="connsiteX8" fmla="*/ 6555103 w 8197298"/>
              <a:gd name="connsiteY8" fmla="*/ 95060 h 1865000"/>
              <a:gd name="connsiteX9" fmla="*/ 6687360 w 8197298"/>
              <a:gd name="connsiteY9" fmla="*/ 123992 h 1865000"/>
              <a:gd name="connsiteX10" fmla="*/ 6892634 w 8197298"/>
              <a:gd name="connsiteY10" fmla="*/ 173588 h 1865000"/>
              <a:gd name="connsiteX11" fmla="*/ 6993205 w 8197298"/>
              <a:gd name="connsiteY11" fmla="*/ 202519 h 1865000"/>
              <a:gd name="connsiteX12" fmla="*/ 7089643 w 8197298"/>
              <a:gd name="connsiteY12" fmla="*/ 228695 h 1865000"/>
              <a:gd name="connsiteX13" fmla="*/ 7188836 w 8197298"/>
              <a:gd name="connsiteY13" fmla="*/ 256249 h 1865000"/>
              <a:gd name="connsiteX14" fmla="*/ 7283896 w 8197298"/>
              <a:gd name="connsiteY14" fmla="*/ 286558 h 1865000"/>
              <a:gd name="connsiteX15" fmla="*/ 7378955 w 8197298"/>
              <a:gd name="connsiteY15" fmla="*/ 316867 h 1865000"/>
              <a:gd name="connsiteX16" fmla="*/ 7472638 w 8197298"/>
              <a:gd name="connsiteY16" fmla="*/ 347175 h 1865000"/>
              <a:gd name="connsiteX17" fmla="*/ 7566320 w 8197298"/>
              <a:gd name="connsiteY17" fmla="*/ 378862 h 1865000"/>
              <a:gd name="connsiteX18" fmla="*/ 7657247 w 8197298"/>
              <a:gd name="connsiteY18" fmla="*/ 410549 h 1865000"/>
              <a:gd name="connsiteX19" fmla="*/ 7749551 w 8197298"/>
              <a:gd name="connsiteY19" fmla="*/ 443613 h 1865000"/>
              <a:gd name="connsiteX20" fmla="*/ 7840479 w 8197298"/>
              <a:gd name="connsiteY20" fmla="*/ 479433 h 1865000"/>
              <a:gd name="connsiteX21" fmla="*/ 7930028 w 8197298"/>
              <a:gd name="connsiteY21" fmla="*/ 515253 h 1865000"/>
              <a:gd name="connsiteX22" fmla="*/ 8019577 w 8197298"/>
              <a:gd name="connsiteY22" fmla="*/ 552450 h 1865000"/>
              <a:gd name="connsiteX23" fmla="*/ 8107748 w 8197298"/>
              <a:gd name="connsiteY23" fmla="*/ 589648 h 1865000"/>
              <a:gd name="connsiteX24" fmla="*/ 8172081 w 8197298"/>
              <a:gd name="connsiteY24" fmla="*/ 618350 h 1865000"/>
              <a:gd name="connsiteX25" fmla="*/ 8197298 w 8197298"/>
              <a:gd name="connsiteY25" fmla="*/ 614408 h 1865000"/>
              <a:gd name="connsiteX26" fmla="*/ 8197298 w 8197298"/>
              <a:gd name="connsiteY26" fmla="*/ 629600 h 1865000"/>
              <a:gd name="connsiteX27" fmla="*/ 8197298 w 8197298"/>
              <a:gd name="connsiteY27" fmla="*/ 1865000 h 1865000"/>
              <a:gd name="connsiteX28" fmla="*/ 0 w 8197298"/>
              <a:gd name="connsiteY28" fmla="*/ 1865000 h 1865000"/>
              <a:gd name="connsiteX29" fmla="*/ 4231 w 8197298"/>
              <a:gd name="connsiteY29" fmla="*/ 1864002 h 1865000"/>
              <a:gd name="connsiteX30" fmla="*/ 147510 w 8197298"/>
              <a:gd name="connsiteY30" fmla="*/ 1826805 h 1865000"/>
              <a:gd name="connsiteX31" fmla="*/ 292166 w 8197298"/>
              <a:gd name="connsiteY31" fmla="*/ 1785475 h 1865000"/>
              <a:gd name="connsiteX32" fmla="*/ 436823 w 8197298"/>
              <a:gd name="connsiteY32" fmla="*/ 1742766 h 1865000"/>
              <a:gd name="connsiteX33" fmla="*/ 580102 w 8197298"/>
              <a:gd name="connsiteY33" fmla="*/ 1693170 h 1865000"/>
              <a:gd name="connsiteX34" fmla="*/ 726136 w 8197298"/>
              <a:gd name="connsiteY34" fmla="*/ 1643573 h 1865000"/>
              <a:gd name="connsiteX35" fmla="*/ 869415 w 8197298"/>
              <a:gd name="connsiteY35" fmla="*/ 1588466 h 1865000"/>
              <a:gd name="connsiteX36" fmla="*/ 1015449 w 8197298"/>
              <a:gd name="connsiteY36" fmla="*/ 1534737 h 1865000"/>
              <a:gd name="connsiteX37" fmla="*/ 1160106 w 8197298"/>
              <a:gd name="connsiteY37" fmla="*/ 1474119 h 1865000"/>
              <a:gd name="connsiteX38" fmla="*/ 1304762 w 8197298"/>
              <a:gd name="connsiteY38" fmla="*/ 1414878 h 1865000"/>
              <a:gd name="connsiteX39" fmla="*/ 1452174 w 8197298"/>
              <a:gd name="connsiteY39" fmla="*/ 1352883 h 1865000"/>
              <a:gd name="connsiteX40" fmla="*/ 1596831 w 8197298"/>
              <a:gd name="connsiteY40" fmla="*/ 1289509 h 1865000"/>
              <a:gd name="connsiteX41" fmla="*/ 1893031 w 8197298"/>
              <a:gd name="connsiteY41" fmla="*/ 1157252 h 1865000"/>
              <a:gd name="connsiteX42" fmla="*/ 2189233 w 8197298"/>
              <a:gd name="connsiteY42" fmla="*/ 1023617 h 1865000"/>
              <a:gd name="connsiteX43" fmla="*/ 2605293 w 8197298"/>
              <a:gd name="connsiteY43" fmla="*/ 833497 h 1865000"/>
              <a:gd name="connsiteX44" fmla="*/ 2816077 w 8197298"/>
              <a:gd name="connsiteY44" fmla="*/ 742570 h 1865000"/>
              <a:gd name="connsiteX45" fmla="*/ 3025485 w 8197298"/>
              <a:gd name="connsiteY45" fmla="*/ 650265 h 1865000"/>
              <a:gd name="connsiteX46" fmla="*/ 3236270 w 8197298"/>
              <a:gd name="connsiteY46" fmla="*/ 562094 h 1865000"/>
              <a:gd name="connsiteX47" fmla="*/ 3448433 w 8197298"/>
              <a:gd name="connsiteY47" fmla="*/ 478055 h 1865000"/>
              <a:gd name="connsiteX48" fmla="*/ 3555892 w 8197298"/>
              <a:gd name="connsiteY48" fmla="*/ 436725 h 1865000"/>
              <a:gd name="connsiteX49" fmla="*/ 3661973 w 8197298"/>
              <a:gd name="connsiteY49" fmla="*/ 396772 h 1865000"/>
              <a:gd name="connsiteX50" fmla="*/ 3768055 w 8197298"/>
              <a:gd name="connsiteY50" fmla="*/ 359575 h 1865000"/>
              <a:gd name="connsiteX51" fmla="*/ 3874136 w 8197298"/>
              <a:gd name="connsiteY51" fmla="*/ 322378 h 1865000"/>
              <a:gd name="connsiteX52" fmla="*/ 3982973 w 8197298"/>
              <a:gd name="connsiteY52" fmla="*/ 286558 h 1865000"/>
              <a:gd name="connsiteX53" fmla="*/ 4089055 w 8197298"/>
              <a:gd name="connsiteY53" fmla="*/ 253493 h 1865000"/>
              <a:gd name="connsiteX54" fmla="*/ 4197891 w 8197298"/>
              <a:gd name="connsiteY54" fmla="*/ 220429 h 1865000"/>
              <a:gd name="connsiteX55" fmla="*/ 4305350 w 8197298"/>
              <a:gd name="connsiteY55" fmla="*/ 191498 h 1865000"/>
              <a:gd name="connsiteX56" fmla="*/ 4414187 w 8197298"/>
              <a:gd name="connsiteY56" fmla="*/ 162566 h 1865000"/>
              <a:gd name="connsiteX57" fmla="*/ 4521646 w 8197298"/>
              <a:gd name="connsiteY57" fmla="*/ 135013 h 1865000"/>
              <a:gd name="connsiteX58" fmla="*/ 4630483 w 8197298"/>
              <a:gd name="connsiteY58" fmla="*/ 110215 h 1865000"/>
              <a:gd name="connsiteX59" fmla="*/ 4737941 w 8197298"/>
              <a:gd name="connsiteY59" fmla="*/ 88172 h 1865000"/>
              <a:gd name="connsiteX60" fmla="*/ 4846779 w 8197298"/>
              <a:gd name="connsiteY60" fmla="*/ 68884 h 1865000"/>
              <a:gd name="connsiteX61" fmla="*/ 4956993 w 8197298"/>
              <a:gd name="connsiteY61" fmla="*/ 50975 h 1865000"/>
              <a:gd name="connsiteX62" fmla="*/ 5065830 w 8197298"/>
              <a:gd name="connsiteY62" fmla="*/ 35820 h 1865000"/>
              <a:gd name="connsiteX63" fmla="*/ 5174666 w 8197298"/>
              <a:gd name="connsiteY63" fmla="*/ 22043 h 1865000"/>
              <a:gd name="connsiteX64" fmla="*/ 5284881 w 8197298"/>
              <a:gd name="connsiteY64" fmla="*/ 13777 h 1865000"/>
              <a:gd name="connsiteX65" fmla="*/ 5393717 w 8197298"/>
              <a:gd name="connsiteY65" fmla="*/ 5511 h 1865000"/>
              <a:gd name="connsiteX66" fmla="*/ 5503932 w 8197298"/>
              <a:gd name="connsiteY66" fmla="*/ 1378 h 1865000"/>
              <a:gd name="connsiteX67" fmla="*/ 5614147 w 8197298"/>
              <a:gd name="connsiteY67" fmla="*/ 0 h 186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</a:cxnLst>
            <a:rect l="l" t="t" r="r" b="b"/>
            <a:pathLst>
              <a:path w="8197298" h="1865000">
                <a:moveTo>
                  <a:pt x="5614147" y="0"/>
                </a:moveTo>
                <a:lnTo>
                  <a:pt x="5615524" y="0"/>
                </a:lnTo>
                <a:lnTo>
                  <a:pt x="5751915" y="1378"/>
                </a:lnTo>
                <a:lnTo>
                  <a:pt x="5888305" y="6889"/>
                </a:lnTo>
                <a:lnTo>
                  <a:pt x="6023318" y="16532"/>
                </a:lnTo>
                <a:lnTo>
                  <a:pt x="6156953" y="30310"/>
                </a:lnTo>
                <a:lnTo>
                  <a:pt x="6289210" y="48219"/>
                </a:lnTo>
                <a:lnTo>
                  <a:pt x="6421468" y="68884"/>
                </a:lnTo>
                <a:lnTo>
                  <a:pt x="6555103" y="95060"/>
                </a:lnTo>
                <a:lnTo>
                  <a:pt x="6687360" y="123992"/>
                </a:lnTo>
                <a:lnTo>
                  <a:pt x="6892634" y="173588"/>
                </a:lnTo>
                <a:lnTo>
                  <a:pt x="6993205" y="202519"/>
                </a:lnTo>
                <a:lnTo>
                  <a:pt x="7089643" y="228695"/>
                </a:lnTo>
                <a:lnTo>
                  <a:pt x="7188836" y="256249"/>
                </a:lnTo>
                <a:lnTo>
                  <a:pt x="7283896" y="286558"/>
                </a:lnTo>
                <a:lnTo>
                  <a:pt x="7378955" y="316867"/>
                </a:lnTo>
                <a:lnTo>
                  <a:pt x="7472638" y="347175"/>
                </a:lnTo>
                <a:lnTo>
                  <a:pt x="7566320" y="378862"/>
                </a:lnTo>
                <a:lnTo>
                  <a:pt x="7657247" y="410549"/>
                </a:lnTo>
                <a:lnTo>
                  <a:pt x="7749551" y="443613"/>
                </a:lnTo>
                <a:lnTo>
                  <a:pt x="7840479" y="479433"/>
                </a:lnTo>
                <a:lnTo>
                  <a:pt x="7930028" y="515253"/>
                </a:lnTo>
                <a:lnTo>
                  <a:pt x="8019577" y="552450"/>
                </a:lnTo>
                <a:lnTo>
                  <a:pt x="8107748" y="589648"/>
                </a:lnTo>
                <a:lnTo>
                  <a:pt x="8172081" y="618350"/>
                </a:lnTo>
                <a:lnTo>
                  <a:pt x="8197298" y="614408"/>
                </a:lnTo>
                <a:lnTo>
                  <a:pt x="8197298" y="629600"/>
                </a:lnTo>
                <a:lnTo>
                  <a:pt x="8197298" y="1865000"/>
                </a:lnTo>
                <a:lnTo>
                  <a:pt x="0" y="1865000"/>
                </a:lnTo>
                <a:lnTo>
                  <a:pt x="4231" y="1864002"/>
                </a:lnTo>
                <a:lnTo>
                  <a:pt x="147510" y="1826805"/>
                </a:lnTo>
                <a:lnTo>
                  <a:pt x="292166" y="1785475"/>
                </a:lnTo>
                <a:lnTo>
                  <a:pt x="436823" y="1742766"/>
                </a:lnTo>
                <a:lnTo>
                  <a:pt x="580102" y="1693170"/>
                </a:lnTo>
                <a:lnTo>
                  <a:pt x="726136" y="1643573"/>
                </a:lnTo>
                <a:lnTo>
                  <a:pt x="869415" y="1588466"/>
                </a:lnTo>
                <a:lnTo>
                  <a:pt x="1015449" y="1534737"/>
                </a:lnTo>
                <a:lnTo>
                  <a:pt x="1160106" y="1474119"/>
                </a:lnTo>
                <a:lnTo>
                  <a:pt x="1304762" y="1414878"/>
                </a:lnTo>
                <a:lnTo>
                  <a:pt x="1452174" y="1352883"/>
                </a:lnTo>
                <a:lnTo>
                  <a:pt x="1596831" y="1289509"/>
                </a:lnTo>
                <a:lnTo>
                  <a:pt x="1893031" y="1157252"/>
                </a:lnTo>
                <a:lnTo>
                  <a:pt x="2189233" y="1023617"/>
                </a:lnTo>
                <a:lnTo>
                  <a:pt x="2605293" y="833497"/>
                </a:lnTo>
                <a:lnTo>
                  <a:pt x="2816077" y="742570"/>
                </a:lnTo>
                <a:lnTo>
                  <a:pt x="3025485" y="650265"/>
                </a:lnTo>
                <a:lnTo>
                  <a:pt x="3236270" y="562094"/>
                </a:lnTo>
                <a:lnTo>
                  <a:pt x="3448433" y="478055"/>
                </a:lnTo>
                <a:lnTo>
                  <a:pt x="3555892" y="436725"/>
                </a:lnTo>
                <a:lnTo>
                  <a:pt x="3661973" y="396772"/>
                </a:lnTo>
                <a:lnTo>
                  <a:pt x="3768055" y="359575"/>
                </a:lnTo>
                <a:lnTo>
                  <a:pt x="3874136" y="322378"/>
                </a:lnTo>
                <a:lnTo>
                  <a:pt x="3982973" y="286558"/>
                </a:lnTo>
                <a:lnTo>
                  <a:pt x="4089055" y="253493"/>
                </a:lnTo>
                <a:lnTo>
                  <a:pt x="4197891" y="220429"/>
                </a:lnTo>
                <a:lnTo>
                  <a:pt x="4305350" y="191498"/>
                </a:lnTo>
                <a:lnTo>
                  <a:pt x="4414187" y="162566"/>
                </a:lnTo>
                <a:lnTo>
                  <a:pt x="4521646" y="135013"/>
                </a:lnTo>
                <a:lnTo>
                  <a:pt x="4630483" y="110215"/>
                </a:lnTo>
                <a:lnTo>
                  <a:pt x="4737941" y="88172"/>
                </a:lnTo>
                <a:lnTo>
                  <a:pt x="4846779" y="68884"/>
                </a:lnTo>
                <a:lnTo>
                  <a:pt x="4956993" y="50975"/>
                </a:lnTo>
                <a:lnTo>
                  <a:pt x="5065830" y="35820"/>
                </a:lnTo>
                <a:lnTo>
                  <a:pt x="5174666" y="22043"/>
                </a:lnTo>
                <a:lnTo>
                  <a:pt x="5284881" y="13777"/>
                </a:lnTo>
                <a:lnTo>
                  <a:pt x="5393717" y="5511"/>
                </a:lnTo>
                <a:lnTo>
                  <a:pt x="5503932" y="1378"/>
                </a:lnTo>
                <a:lnTo>
                  <a:pt x="5614147" y="0"/>
                </a:lnTo>
                <a:close/>
              </a:path>
            </a:pathLst>
          </a:custGeom>
          <a:gradFill>
            <a:gsLst>
              <a:gs pos="9000">
                <a:srgbClr val="4E4FEB"/>
              </a:gs>
              <a:gs pos="65000">
                <a:srgbClr val="77F2A1"/>
              </a:gs>
              <a:gs pos="100000">
                <a:srgbClr val="1C9A97"/>
              </a:gs>
            </a:gsLst>
            <a:lin ang="19200000" scaled="0"/>
          </a:gradFill>
          <a:ln>
            <a:noFill/>
          </a:ln>
          <a:effectLst>
            <a:outerShdw blurRad="254000" dist="50800" dir="16200000" sx="103000" sy="103000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A81A04E5-AAEB-9564-E3BE-DE713AE9F8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17191" y="493523"/>
            <a:ext cx="8891587" cy="424732"/>
          </a:xfrm>
        </p:spPr>
        <p:txBody>
          <a:bodyPr>
            <a:spAutoFit/>
          </a:bodyPr>
          <a:lstStyle>
            <a:lvl1pPr marL="0" indent="0">
              <a:buNone/>
              <a:defRPr sz="2400">
                <a:gradFill>
                  <a:gsLst>
                    <a:gs pos="0">
                      <a:srgbClr val="FC9B50"/>
                    </a:gs>
                    <a:gs pos="100000">
                      <a:srgbClr val="1C9A97"/>
                    </a:gs>
                  </a:gsLst>
                  <a:lin ang="7200000" scaled="0"/>
                </a:gradFill>
              </a:defRPr>
            </a:lvl1pPr>
          </a:lstStyle>
          <a:p>
            <a:pPr lvl="0"/>
            <a:r>
              <a:rPr lang="fr-FR" dirty="0"/>
              <a:t>Nom du client</a:t>
            </a:r>
          </a:p>
        </p:txBody>
      </p:sp>
      <p:pic>
        <p:nvPicPr>
          <p:cNvPr id="31" name="LOGO">
            <a:extLst>
              <a:ext uri="{FF2B5EF4-FFF2-40B4-BE49-F238E27FC236}">
                <a16:creationId xmlns:a16="http://schemas.microsoft.com/office/drawing/2014/main" id="{AED20CA3-F29F-12FC-E591-AEC827E93F4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000" y="5184000"/>
            <a:ext cx="2660201" cy="1662626"/>
          </a:xfrm>
          <a:prstGeom prst="rect">
            <a:avLst/>
          </a:prstGeom>
        </p:spPr>
      </p:pic>
      <p:sp>
        <p:nvSpPr>
          <p:cNvPr id="35" name="Espace réservé du texte 34">
            <a:extLst>
              <a:ext uri="{FF2B5EF4-FFF2-40B4-BE49-F238E27FC236}">
                <a16:creationId xmlns:a16="http://schemas.microsoft.com/office/drawing/2014/main" id="{8BEF2B4F-337F-0FA4-6960-5B21C393D15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00000" y="6196769"/>
            <a:ext cx="3299166" cy="313932"/>
          </a:xfrm>
        </p:spPr>
        <p:txBody>
          <a:bodyPr wrap="square">
            <a:spAutoFit/>
          </a:bodyPr>
          <a:lstStyle>
            <a:lvl1pPr marL="0" indent="0">
              <a:buFontTx/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fr-FR" dirty="0"/>
              <a:t>Version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6F49DD1-1DC7-58FC-30AB-5215C36F17E8}"/>
              </a:ext>
            </a:extLst>
          </p:cNvPr>
          <p:cNvSpPr/>
          <p:nvPr userDrawn="1"/>
        </p:nvSpPr>
        <p:spPr>
          <a:xfrm>
            <a:off x="1218047" y="1537786"/>
            <a:ext cx="9672094" cy="2317738"/>
          </a:xfrm>
          <a:prstGeom prst="roundRect">
            <a:avLst/>
          </a:prstGeom>
          <a:solidFill>
            <a:schemeClr val="bg1"/>
          </a:solidFill>
          <a:ln w="9525">
            <a:noFill/>
          </a:ln>
          <a:effectLst>
            <a:outerShdw blurRad="444500" dist="254000" dir="5400000" sx="105000" sy="105000" algn="t" rotWithShape="0">
              <a:prstClr val="black">
                <a:alpha val="8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 sz="3000" b="1">
              <a:solidFill>
                <a:schemeClr val="bg1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8" name="Titre 27">
            <a:extLst>
              <a:ext uri="{FF2B5EF4-FFF2-40B4-BE49-F238E27FC236}">
                <a16:creationId xmlns:a16="http://schemas.microsoft.com/office/drawing/2014/main" id="{62D28763-EDE5-5354-E089-71E86C16EB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7640" y="2088877"/>
            <a:ext cx="8416720" cy="701731"/>
          </a:xfrm>
        </p:spPr>
        <p:txBody>
          <a:bodyPr wrap="square">
            <a:spAutoFit/>
          </a:bodyPr>
          <a:lstStyle>
            <a:lvl1pPr>
              <a:defRPr sz="4400" b="1"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Sujet du projet</a:t>
            </a:r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7B7ADDC6-2A63-7288-2185-02B2A3D23CC9}"/>
              </a:ext>
            </a:extLst>
          </p:cNvPr>
          <p:cNvCxnSpPr/>
          <p:nvPr userDrawn="1"/>
        </p:nvCxnSpPr>
        <p:spPr>
          <a:xfrm flipH="1">
            <a:off x="6244858" y="3621143"/>
            <a:ext cx="3694545" cy="0"/>
          </a:xfrm>
          <a:prstGeom prst="line">
            <a:avLst/>
          </a:prstGeom>
          <a:noFill/>
          <a:ln w="25400" cap="rnd" cmpd="sng" algn="ctr">
            <a:gradFill>
              <a:gsLst>
                <a:gs pos="100000">
                  <a:srgbClr val="1C9A97"/>
                </a:gs>
                <a:gs pos="0">
                  <a:srgbClr val="FC9B50"/>
                </a:gs>
              </a:gsLst>
              <a:lin ang="0" scaled="0"/>
            </a:gra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3153528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922472-4750-F521-8C6A-69FCDDA8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  <p:grpSp>
        <p:nvGrpSpPr>
          <p:cNvPr id="6" name="CADRE">
            <a:extLst>
              <a:ext uri="{FF2B5EF4-FFF2-40B4-BE49-F238E27FC236}">
                <a16:creationId xmlns:a16="http://schemas.microsoft.com/office/drawing/2014/main" id="{459A6C0D-A766-2E2E-1A20-CCDFD15BA91B}"/>
              </a:ext>
            </a:extLst>
          </p:cNvPr>
          <p:cNvGrpSpPr/>
          <p:nvPr userDrawn="1"/>
        </p:nvGrpSpPr>
        <p:grpSpPr>
          <a:xfrm>
            <a:off x="0" y="-1"/>
            <a:ext cx="12191999" cy="6858000"/>
            <a:chOff x="582246" y="-365126"/>
            <a:chExt cx="12191999" cy="6858000"/>
          </a:xfrm>
        </p:grpSpPr>
        <p:sp>
          <p:nvSpPr>
            <p:cNvPr id="7" name="Forme libre : forme 6">
              <a:extLst>
                <a:ext uri="{FF2B5EF4-FFF2-40B4-BE49-F238E27FC236}">
                  <a16:creationId xmlns:a16="http://schemas.microsoft.com/office/drawing/2014/main" id="{64204964-FC4A-3C53-E88F-FC02210C2EE6}"/>
                </a:ext>
              </a:extLst>
            </p:cNvPr>
            <p:cNvSpPr/>
            <p:nvPr/>
          </p:nvSpPr>
          <p:spPr>
            <a:xfrm>
              <a:off x="582246" y="-365126"/>
              <a:ext cx="12191999" cy="6858000"/>
            </a:xfrm>
            <a:custGeom>
              <a:avLst/>
              <a:gdLst>
                <a:gd name="connsiteX0" fmla="*/ 539400 w 12191999"/>
                <a:gd name="connsiteY0" fmla="*/ 540000 h 6858000"/>
                <a:gd name="connsiteX1" fmla="*/ 539400 w 12191999"/>
                <a:gd name="connsiteY1" fmla="*/ 6318000 h 6858000"/>
                <a:gd name="connsiteX2" fmla="*/ 11652600 w 12191999"/>
                <a:gd name="connsiteY2" fmla="*/ 6318000 h 6858000"/>
                <a:gd name="connsiteX3" fmla="*/ 11652600 w 12191999"/>
                <a:gd name="connsiteY3" fmla="*/ 540000 h 6858000"/>
                <a:gd name="connsiteX4" fmla="*/ 0 w 12191999"/>
                <a:gd name="connsiteY4" fmla="*/ 0 h 6858000"/>
                <a:gd name="connsiteX5" fmla="*/ 12191999 w 12191999"/>
                <a:gd name="connsiteY5" fmla="*/ 0 h 6858000"/>
                <a:gd name="connsiteX6" fmla="*/ 12191999 w 12191999"/>
                <a:gd name="connsiteY6" fmla="*/ 6858000 h 6858000"/>
                <a:gd name="connsiteX7" fmla="*/ 0 w 12191999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1999" h="6858000">
                  <a:moveTo>
                    <a:pt x="539400" y="540000"/>
                  </a:moveTo>
                  <a:lnTo>
                    <a:pt x="539400" y="6318000"/>
                  </a:lnTo>
                  <a:lnTo>
                    <a:pt x="11652600" y="6318000"/>
                  </a:lnTo>
                  <a:lnTo>
                    <a:pt x="11652600" y="540000"/>
                  </a:lnTo>
                  <a:close/>
                  <a:moveTo>
                    <a:pt x="0" y="0"/>
                  </a:moveTo>
                  <a:lnTo>
                    <a:pt x="12191999" y="0"/>
                  </a:lnTo>
                  <a:lnTo>
                    <a:pt x="12191999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ECF8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EA53166C-F695-569E-8C8C-E6CB48F4A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16200000">
              <a:off x="11922246" y="2910875"/>
              <a:ext cx="1209613" cy="269294"/>
            </a:xfrm>
            <a:prstGeom prst="rect">
              <a:avLst/>
            </a:prstGeom>
          </p:spPr>
        </p:pic>
      </p:grpSp>
      <p:grpSp>
        <p:nvGrpSpPr>
          <p:cNvPr id="3" name="BLOC BLANC">
            <a:extLst>
              <a:ext uri="{FF2B5EF4-FFF2-40B4-BE49-F238E27FC236}">
                <a16:creationId xmlns:a16="http://schemas.microsoft.com/office/drawing/2014/main" id="{8852B4A9-C1AB-84F4-7B01-AEEF8385A246}"/>
              </a:ext>
            </a:extLst>
          </p:cNvPr>
          <p:cNvGrpSpPr/>
          <p:nvPr userDrawn="1"/>
        </p:nvGrpSpPr>
        <p:grpSpPr>
          <a:xfrm rot="18900000">
            <a:off x="610394" y="235683"/>
            <a:ext cx="608879" cy="611972"/>
            <a:chOff x="-3468501" y="-1669257"/>
            <a:chExt cx="3125788" cy="3141663"/>
          </a:xfrm>
          <a:gradFill>
            <a:gsLst>
              <a:gs pos="11000">
                <a:srgbClr val="1C9A97">
                  <a:alpha val="50000"/>
                </a:srgbClr>
              </a:gs>
              <a:gs pos="100000">
                <a:schemeClr val="bg1">
                  <a:alpha val="35000"/>
                </a:schemeClr>
              </a:gs>
            </a:gsLst>
            <a:lin ang="4800000" scaled="0"/>
          </a:gradFill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3FACE33-0E66-22E1-8BDC-EB50429DC3A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68501" y="-1669257"/>
              <a:ext cx="2930525" cy="2944813"/>
            </a:xfrm>
            <a:custGeom>
              <a:avLst/>
              <a:gdLst>
                <a:gd name="T0" fmla="*/ 493 w 3691"/>
                <a:gd name="T1" fmla="*/ 3215 h 3710"/>
                <a:gd name="T2" fmla="*/ 493 w 3691"/>
                <a:gd name="T3" fmla="*/ 494 h 3710"/>
                <a:gd name="T4" fmla="*/ 3200 w 3691"/>
                <a:gd name="T5" fmla="*/ 494 h 3710"/>
                <a:gd name="T6" fmla="*/ 3691 w 3691"/>
                <a:gd name="T7" fmla="*/ 0 h 3710"/>
                <a:gd name="T8" fmla="*/ 394 w 3691"/>
                <a:gd name="T9" fmla="*/ 0 h 3710"/>
                <a:gd name="T10" fmla="*/ 394 w 3691"/>
                <a:gd name="T11" fmla="*/ 0 h 3710"/>
                <a:gd name="T12" fmla="*/ 354 w 3691"/>
                <a:gd name="T13" fmla="*/ 2 h 3710"/>
                <a:gd name="T14" fmla="*/ 314 w 3691"/>
                <a:gd name="T15" fmla="*/ 7 h 3710"/>
                <a:gd name="T16" fmla="*/ 278 w 3691"/>
                <a:gd name="T17" fmla="*/ 17 h 3710"/>
                <a:gd name="T18" fmla="*/ 241 w 3691"/>
                <a:gd name="T19" fmla="*/ 31 h 3710"/>
                <a:gd name="T20" fmla="*/ 207 w 3691"/>
                <a:gd name="T21" fmla="*/ 47 h 3710"/>
                <a:gd name="T22" fmla="*/ 174 w 3691"/>
                <a:gd name="T23" fmla="*/ 68 h 3710"/>
                <a:gd name="T24" fmla="*/ 144 w 3691"/>
                <a:gd name="T25" fmla="*/ 91 h 3710"/>
                <a:gd name="T26" fmla="*/ 116 w 3691"/>
                <a:gd name="T27" fmla="*/ 115 h 3710"/>
                <a:gd name="T28" fmla="*/ 90 w 3691"/>
                <a:gd name="T29" fmla="*/ 143 h 3710"/>
                <a:gd name="T30" fmla="*/ 68 w 3691"/>
                <a:gd name="T31" fmla="*/ 175 h 3710"/>
                <a:gd name="T32" fmla="*/ 49 w 3691"/>
                <a:gd name="T33" fmla="*/ 208 h 3710"/>
                <a:gd name="T34" fmla="*/ 31 w 3691"/>
                <a:gd name="T35" fmla="*/ 241 h 3710"/>
                <a:gd name="T36" fmla="*/ 17 w 3691"/>
                <a:gd name="T37" fmla="*/ 277 h 3710"/>
                <a:gd name="T38" fmla="*/ 9 w 3691"/>
                <a:gd name="T39" fmla="*/ 316 h 3710"/>
                <a:gd name="T40" fmla="*/ 2 w 3691"/>
                <a:gd name="T41" fmla="*/ 354 h 3710"/>
                <a:gd name="T42" fmla="*/ 0 w 3691"/>
                <a:gd name="T43" fmla="*/ 396 h 3710"/>
                <a:gd name="T44" fmla="*/ 0 w 3691"/>
                <a:gd name="T45" fmla="*/ 3710 h 3710"/>
                <a:gd name="T46" fmla="*/ 493 w 3691"/>
                <a:gd name="T47" fmla="*/ 3215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493" y="3215"/>
                  </a:moveTo>
                  <a:lnTo>
                    <a:pt x="493" y="494"/>
                  </a:lnTo>
                  <a:lnTo>
                    <a:pt x="3200" y="494"/>
                  </a:lnTo>
                  <a:lnTo>
                    <a:pt x="3691" y="0"/>
                  </a:lnTo>
                  <a:lnTo>
                    <a:pt x="394" y="0"/>
                  </a:lnTo>
                  <a:lnTo>
                    <a:pt x="394" y="0"/>
                  </a:lnTo>
                  <a:lnTo>
                    <a:pt x="354" y="2"/>
                  </a:lnTo>
                  <a:lnTo>
                    <a:pt x="314" y="7"/>
                  </a:lnTo>
                  <a:lnTo>
                    <a:pt x="278" y="17"/>
                  </a:lnTo>
                  <a:lnTo>
                    <a:pt x="241" y="31"/>
                  </a:lnTo>
                  <a:lnTo>
                    <a:pt x="207" y="47"/>
                  </a:lnTo>
                  <a:lnTo>
                    <a:pt x="174" y="68"/>
                  </a:lnTo>
                  <a:lnTo>
                    <a:pt x="144" y="91"/>
                  </a:lnTo>
                  <a:lnTo>
                    <a:pt x="116" y="115"/>
                  </a:lnTo>
                  <a:lnTo>
                    <a:pt x="90" y="143"/>
                  </a:lnTo>
                  <a:lnTo>
                    <a:pt x="68" y="175"/>
                  </a:lnTo>
                  <a:lnTo>
                    <a:pt x="49" y="208"/>
                  </a:lnTo>
                  <a:lnTo>
                    <a:pt x="31" y="241"/>
                  </a:lnTo>
                  <a:lnTo>
                    <a:pt x="17" y="277"/>
                  </a:lnTo>
                  <a:lnTo>
                    <a:pt x="9" y="316"/>
                  </a:lnTo>
                  <a:lnTo>
                    <a:pt x="2" y="354"/>
                  </a:lnTo>
                  <a:lnTo>
                    <a:pt x="0" y="396"/>
                  </a:lnTo>
                  <a:lnTo>
                    <a:pt x="0" y="3710"/>
                  </a:lnTo>
                  <a:lnTo>
                    <a:pt x="493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F6AFB69-774F-9CF1-BDBE-E37721F78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73238" y="-1472407"/>
              <a:ext cx="2930525" cy="2944813"/>
            </a:xfrm>
            <a:custGeom>
              <a:avLst/>
              <a:gdLst>
                <a:gd name="T0" fmla="*/ 3200 w 3691"/>
                <a:gd name="T1" fmla="*/ 494 h 3710"/>
                <a:gd name="T2" fmla="*/ 3200 w 3691"/>
                <a:gd name="T3" fmla="*/ 3214 h 3710"/>
                <a:gd name="T4" fmla="*/ 491 w 3691"/>
                <a:gd name="T5" fmla="*/ 3214 h 3710"/>
                <a:gd name="T6" fmla="*/ 0 w 3691"/>
                <a:gd name="T7" fmla="*/ 3710 h 3710"/>
                <a:gd name="T8" fmla="*/ 3297 w 3691"/>
                <a:gd name="T9" fmla="*/ 3710 h 3710"/>
                <a:gd name="T10" fmla="*/ 3297 w 3691"/>
                <a:gd name="T11" fmla="*/ 3710 h 3710"/>
                <a:gd name="T12" fmla="*/ 3337 w 3691"/>
                <a:gd name="T13" fmla="*/ 3707 h 3710"/>
                <a:gd name="T14" fmla="*/ 3377 w 3691"/>
                <a:gd name="T15" fmla="*/ 3701 h 3710"/>
                <a:gd name="T16" fmla="*/ 3415 w 3691"/>
                <a:gd name="T17" fmla="*/ 3691 h 3710"/>
                <a:gd name="T18" fmla="*/ 3451 w 3691"/>
                <a:gd name="T19" fmla="*/ 3679 h 3710"/>
                <a:gd name="T20" fmla="*/ 3484 w 3691"/>
                <a:gd name="T21" fmla="*/ 3661 h 3710"/>
                <a:gd name="T22" fmla="*/ 3517 w 3691"/>
                <a:gd name="T23" fmla="*/ 3642 h 3710"/>
                <a:gd name="T24" fmla="*/ 3547 w 3691"/>
                <a:gd name="T25" fmla="*/ 3619 h 3710"/>
                <a:gd name="T26" fmla="*/ 3576 w 3691"/>
                <a:gd name="T27" fmla="*/ 3593 h 3710"/>
                <a:gd name="T28" fmla="*/ 3601 w 3691"/>
                <a:gd name="T29" fmla="*/ 3565 h 3710"/>
                <a:gd name="T30" fmla="*/ 3623 w 3691"/>
                <a:gd name="T31" fmla="*/ 3535 h 3710"/>
                <a:gd name="T32" fmla="*/ 3644 w 3691"/>
                <a:gd name="T33" fmla="*/ 3502 h 3710"/>
                <a:gd name="T34" fmla="*/ 3660 w 3691"/>
                <a:gd name="T35" fmla="*/ 3467 h 3710"/>
                <a:gd name="T36" fmla="*/ 3674 w 3691"/>
                <a:gd name="T37" fmla="*/ 3431 h 3710"/>
                <a:gd name="T38" fmla="*/ 3682 w 3691"/>
                <a:gd name="T39" fmla="*/ 3392 h 3710"/>
                <a:gd name="T40" fmla="*/ 3689 w 3691"/>
                <a:gd name="T41" fmla="*/ 3354 h 3710"/>
                <a:gd name="T42" fmla="*/ 3691 w 3691"/>
                <a:gd name="T43" fmla="*/ 3314 h 3710"/>
                <a:gd name="T44" fmla="*/ 3691 w 3691"/>
                <a:gd name="T45" fmla="*/ 0 h 3710"/>
                <a:gd name="T46" fmla="*/ 3200 w 3691"/>
                <a:gd name="T47" fmla="*/ 494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3200" y="494"/>
                  </a:moveTo>
                  <a:lnTo>
                    <a:pt x="3200" y="3214"/>
                  </a:lnTo>
                  <a:lnTo>
                    <a:pt x="491" y="3214"/>
                  </a:lnTo>
                  <a:lnTo>
                    <a:pt x="0" y="3710"/>
                  </a:lnTo>
                  <a:lnTo>
                    <a:pt x="3297" y="3710"/>
                  </a:lnTo>
                  <a:lnTo>
                    <a:pt x="3297" y="3710"/>
                  </a:lnTo>
                  <a:lnTo>
                    <a:pt x="3337" y="3707"/>
                  </a:lnTo>
                  <a:lnTo>
                    <a:pt x="3377" y="3701"/>
                  </a:lnTo>
                  <a:lnTo>
                    <a:pt x="3415" y="3691"/>
                  </a:lnTo>
                  <a:lnTo>
                    <a:pt x="3451" y="3679"/>
                  </a:lnTo>
                  <a:lnTo>
                    <a:pt x="3484" y="3661"/>
                  </a:lnTo>
                  <a:lnTo>
                    <a:pt x="3517" y="3642"/>
                  </a:lnTo>
                  <a:lnTo>
                    <a:pt x="3547" y="3619"/>
                  </a:lnTo>
                  <a:lnTo>
                    <a:pt x="3576" y="3593"/>
                  </a:lnTo>
                  <a:lnTo>
                    <a:pt x="3601" y="3565"/>
                  </a:lnTo>
                  <a:lnTo>
                    <a:pt x="3623" y="3535"/>
                  </a:lnTo>
                  <a:lnTo>
                    <a:pt x="3644" y="3502"/>
                  </a:lnTo>
                  <a:lnTo>
                    <a:pt x="3660" y="3467"/>
                  </a:lnTo>
                  <a:lnTo>
                    <a:pt x="3674" y="3431"/>
                  </a:lnTo>
                  <a:lnTo>
                    <a:pt x="3682" y="3392"/>
                  </a:lnTo>
                  <a:lnTo>
                    <a:pt x="3689" y="3354"/>
                  </a:lnTo>
                  <a:lnTo>
                    <a:pt x="3691" y="3314"/>
                  </a:lnTo>
                  <a:lnTo>
                    <a:pt x="3691" y="0"/>
                  </a:lnTo>
                  <a:lnTo>
                    <a:pt x="3200" y="4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" name="Ellipse 9">
            <a:extLst>
              <a:ext uri="{FF2B5EF4-FFF2-40B4-BE49-F238E27FC236}">
                <a16:creationId xmlns:a16="http://schemas.microsoft.com/office/drawing/2014/main" id="{41ED67D4-2AA9-900A-C04D-D7DFED340642}"/>
              </a:ext>
            </a:extLst>
          </p:cNvPr>
          <p:cNvSpPr>
            <a:spLocks noChangeAspect="1"/>
          </p:cNvSpPr>
          <p:nvPr userDrawn="1"/>
        </p:nvSpPr>
        <p:spPr>
          <a:xfrm>
            <a:off x="230701" y="195722"/>
            <a:ext cx="72000" cy="72000"/>
          </a:xfrm>
          <a:prstGeom prst="ellipse">
            <a:avLst/>
          </a:prstGeom>
          <a:solidFill>
            <a:srgbClr val="2C3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BD9F43AD-5EF7-3FEB-08AD-9F32DF00FFE0}"/>
              </a:ext>
            </a:extLst>
          </p:cNvPr>
          <p:cNvSpPr>
            <a:spLocks noChangeAspect="1"/>
          </p:cNvSpPr>
          <p:nvPr userDrawn="1"/>
        </p:nvSpPr>
        <p:spPr>
          <a:xfrm>
            <a:off x="230701" y="348403"/>
            <a:ext cx="72000" cy="72000"/>
          </a:xfrm>
          <a:prstGeom prst="ellipse">
            <a:avLst/>
          </a:prstGeom>
          <a:solidFill>
            <a:srgbClr val="2C3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0BF9C609-8165-6777-938A-D806F56D848B}"/>
              </a:ext>
            </a:extLst>
          </p:cNvPr>
          <p:cNvSpPr>
            <a:spLocks noChangeAspect="1"/>
          </p:cNvSpPr>
          <p:nvPr userDrawn="1"/>
        </p:nvSpPr>
        <p:spPr>
          <a:xfrm>
            <a:off x="230701" y="501085"/>
            <a:ext cx="72000" cy="72000"/>
          </a:xfrm>
          <a:prstGeom prst="ellipse">
            <a:avLst/>
          </a:prstGeom>
          <a:solidFill>
            <a:srgbClr val="2C3C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8C1107E-7C6F-C6AD-BCE6-BB90A50E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72000"/>
            <a:ext cx="107280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>
                <a:solidFill>
                  <a:srgbClr val="2C3C4C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F10EEE20-714C-A3BA-AA73-9C641AFEA8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0000" y="1080001"/>
            <a:ext cx="10728000" cy="5220000"/>
          </a:xfrm>
        </p:spPr>
        <p:txBody>
          <a:bodyPr/>
          <a:lstStyle>
            <a:lvl1pPr marL="0">
              <a:buFontTx/>
              <a:buNone/>
              <a:defRPr>
                <a:solidFill>
                  <a:srgbClr val="1C9A97"/>
                </a:solidFill>
              </a:defRPr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520FF783-C557-65B2-EDFB-D5ADD297F0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9999" y="576000"/>
            <a:ext cx="10728000" cy="286232"/>
          </a:xfrm>
        </p:spPr>
        <p:txBody>
          <a:bodyPr wrap="square">
            <a:spAutoFit/>
          </a:bodyPr>
          <a:lstStyle>
            <a:lvl1pPr>
              <a:buNone/>
              <a:defRPr sz="1400">
                <a:solidFill>
                  <a:srgbClr val="FC9B50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</p:spTree>
    <p:extLst>
      <p:ext uri="{BB962C8B-B14F-4D97-AF65-F5344CB8AC3E}">
        <p14:creationId xmlns:p14="http://schemas.microsoft.com/office/powerpoint/2010/main" val="1153759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yp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922472-4750-F521-8C6A-69FCDDA8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8C1107E-7C6F-C6AD-BCE6-BB90A50E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44300"/>
            <a:ext cx="10728000" cy="5355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3200" b="1">
                <a:solidFill>
                  <a:srgbClr val="2C3C4C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F10EEE20-714C-A3BA-AA73-9C641AFEA8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0000" y="1080001"/>
            <a:ext cx="10728000" cy="5220000"/>
          </a:xfrm>
        </p:spPr>
        <p:txBody>
          <a:bodyPr/>
          <a:lstStyle>
            <a:lvl1pPr marL="0">
              <a:buFontTx/>
              <a:buNone/>
              <a:defRPr>
                <a:solidFill>
                  <a:srgbClr val="2C3C4C"/>
                </a:solidFill>
              </a:defRPr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520FF783-C557-65B2-EDFB-D5ADD297F0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9999" y="576000"/>
            <a:ext cx="10728000" cy="286232"/>
          </a:xfrm>
        </p:spPr>
        <p:txBody>
          <a:bodyPr wrap="square">
            <a:spAutoFit/>
          </a:bodyPr>
          <a:lstStyle>
            <a:lvl1pPr>
              <a:buNone/>
              <a:defRPr sz="1400">
                <a:solidFill>
                  <a:srgbClr val="2C3C4C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grpSp>
        <p:nvGrpSpPr>
          <p:cNvPr id="13" name="BLOC ORANGE">
            <a:extLst>
              <a:ext uri="{FF2B5EF4-FFF2-40B4-BE49-F238E27FC236}">
                <a16:creationId xmlns:a16="http://schemas.microsoft.com/office/drawing/2014/main" id="{5108326A-D5F0-22AC-162A-E664D12220D4}"/>
              </a:ext>
            </a:extLst>
          </p:cNvPr>
          <p:cNvGrpSpPr/>
          <p:nvPr userDrawn="1"/>
        </p:nvGrpSpPr>
        <p:grpSpPr>
          <a:xfrm rot="20700000">
            <a:off x="280234" y="244015"/>
            <a:ext cx="975874" cy="980829"/>
            <a:chOff x="-3468501" y="-1669257"/>
            <a:chExt cx="3125788" cy="3141663"/>
          </a:xfrm>
          <a:gradFill>
            <a:gsLst>
              <a:gs pos="11000">
                <a:srgbClr val="FC9B50">
                  <a:alpha val="70000"/>
                </a:srgbClr>
              </a:gs>
              <a:gs pos="100000">
                <a:schemeClr val="bg1">
                  <a:alpha val="35000"/>
                </a:schemeClr>
              </a:gs>
            </a:gsLst>
            <a:lin ang="17400000" scaled="0"/>
          </a:gra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B72845F1-AC2B-26FF-804B-4A7075666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68501" y="-1669257"/>
              <a:ext cx="2930525" cy="2944813"/>
            </a:xfrm>
            <a:custGeom>
              <a:avLst/>
              <a:gdLst>
                <a:gd name="T0" fmla="*/ 493 w 3691"/>
                <a:gd name="T1" fmla="*/ 3215 h 3710"/>
                <a:gd name="T2" fmla="*/ 493 w 3691"/>
                <a:gd name="T3" fmla="*/ 494 h 3710"/>
                <a:gd name="T4" fmla="*/ 3200 w 3691"/>
                <a:gd name="T5" fmla="*/ 494 h 3710"/>
                <a:gd name="T6" fmla="*/ 3691 w 3691"/>
                <a:gd name="T7" fmla="*/ 0 h 3710"/>
                <a:gd name="T8" fmla="*/ 394 w 3691"/>
                <a:gd name="T9" fmla="*/ 0 h 3710"/>
                <a:gd name="T10" fmla="*/ 394 w 3691"/>
                <a:gd name="T11" fmla="*/ 0 h 3710"/>
                <a:gd name="T12" fmla="*/ 354 w 3691"/>
                <a:gd name="T13" fmla="*/ 2 h 3710"/>
                <a:gd name="T14" fmla="*/ 314 w 3691"/>
                <a:gd name="T15" fmla="*/ 7 h 3710"/>
                <a:gd name="T16" fmla="*/ 278 w 3691"/>
                <a:gd name="T17" fmla="*/ 17 h 3710"/>
                <a:gd name="T18" fmla="*/ 241 w 3691"/>
                <a:gd name="T19" fmla="*/ 31 h 3710"/>
                <a:gd name="T20" fmla="*/ 207 w 3691"/>
                <a:gd name="T21" fmla="*/ 47 h 3710"/>
                <a:gd name="T22" fmla="*/ 174 w 3691"/>
                <a:gd name="T23" fmla="*/ 68 h 3710"/>
                <a:gd name="T24" fmla="*/ 144 w 3691"/>
                <a:gd name="T25" fmla="*/ 91 h 3710"/>
                <a:gd name="T26" fmla="*/ 116 w 3691"/>
                <a:gd name="T27" fmla="*/ 115 h 3710"/>
                <a:gd name="T28" fmla="*/ 90 w 3691"/>
                <a:gd name="T29" fmla="*/ 143 h 3710"/>
                <a:gd name="T30" fmla="*/ 68 w 3691"/>
                <a:gd name="T31" fmla="*/ 175 h 3710"/>
                <a:gd name="T32" fmla="*/ 49 w 3691"/>
                <a:gd name="T33" fmla="*/ 208 h 3710"/>
                <a:gd name="T34" fmla="*/ 31 w 3691"/>
                <a:gd name="T35" fmla="*/ 241 h 3710"/>
                <a:gd name="T36" fmla="*/ 17 w 3691"/>
                <a:gd name="T37" fmla="*/ 277 h 3710"/>
                <a:gd name="T38" fmla="*/ 9 w 3691"/>
                <a:gd name="T39" fmla="*/ 316 h 3710"/>
                <a:gd name="T40" fmla="*/ 2 w 3691"/>
                <a:gd name="T41" fmla="*/ 354 h 3710"/>
                <a:gd name="T42" fmla="*/ 0 w 3691"/>
                <a:gd name="T43" fmla="*/ 396 h 3710"/>
                <a:gd name="T44" fmla="*/ 0 w 3691"/>
                <a:gd name="T45" fmla="*/ 3710 h 3710"/>
                <a:gd name="T46" fmla="*/ 493 w 3691"/>
                <a:gd name="T47" fmla="*/ 3215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493" y="3215"/>
                  </a:moveTo>
                  <a:lnTo>
                    <a:pt x="493" y="494"/>
                  </a:lnTo>
                  <a:lnTo>
                    <a:pt x="3200" y="494"/>
                  </a:lnTo>
                  <a:lnTo>
                    <a:pt x="3691" y="0"/>
                  </a:lnTo>
                  <a:lnTo>
                    <a:pt x="394" y="0"/>
                  </a:lnTo>
                  <a:lnTo>
                    <a:pt x="394" y="0"/>
                  </a:lnTo>
                  <a:lnTo>
                    <a:pt x="354" y="2"/>
                  </a:lnTo>
                  <a:lnTo>
                    <a:pt x="314" y="7"/>
                  </a:lnTo>
                  <a:lnTo>
                    <a:pt x="278" y="17"/>
                  </a:lnTo>
                  <a:lnTo>
                    <a:pt x="241" y="31"/>
                  </a:lnTo>
                  <a:lnTo>
                    <a:pt x="207" y="47"/>
                  </a:lnTo>
                  <a:lnTo>
                    <a:pt x="174" y="68"/>
                  </a:lnTo>
                  <a:lnTo>
                    <a:pt x="144" y="91"/>
                  </a:lnTo>
                  <a:lnTo>
                    <a:pt x="116" y="115"/>
                  </a:lnTo>
                  <a:lnTo>
                    <a:pt x="90" y="143"/>
                  </a:lnTo>
                  <a:lnTo>
                    <a:pt x="68" y="175"/>
                  </a:lnTo>
                  <a:lnTo>
                    <a:pt x="49" y="208"/>
                  </a:lnTo>
                  <a:lnTo>
                    <a:pt x="31" y="241"/>
                  </a:lnTo>
                  <a:lnTo>
                    <a:pt x="17" y="277"/>
                  </a:lnTo>
                  <a:lnTo>
                    <a:pt x="9" y="316"/>
                  </a:lnTo>
                  <a:lnTo>
                    <a:pt x="2" y="354"/>
                  </a:lnTo>
                  <a:lnTo>
                    <a:pt x="0" y="396"/>
                  </a:lnTo>
                  <a:lnTo>
                    <a:pt x="0" y="3710"/>
                  </a:lnTo>
                  <a:lnTo>
                    <a:pt x="493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52F87AB0-77B9-32E2-F419-217CAF03C48B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73238" y="-1472407"/>
              <a:ext cx="2930525" cy="2944813"/>
            </a:xfrm>
            <a:custGeom>
              <a:avLst/>
              <a:gdLst>
                <a:gd name="T0" fmla="*/ 3200 w 3691"/>
                <a:gd name="T1" fmla="*/ 494 h 3710"/>
                <a:gd name="T2" fmla="*/ 3200 w 3691"/>
                <a:gd name="T3" fmla="*/ 3214 h 3710"/>
                <a:gd name="T4" fmla="*/ 491 w 3691"/>
                <a:gd name="T5" fmla="*/ 3214 h 3710"/>
                <a:gd name="T6" fmla="*/ 0 w 3691"/>
                <a:gd name="T7" fmla="*/ 3710 h 3710"/>
                <a:gd name="T8" fmla="*/ 3297 w 3691"/>
                <a:gd name="T9" fmla="*/ 3710 h 3710"/>
                <a:gd name="T10" fmla="*/ 3297 w 3691"/>
                <a:gd name="T11" fmla="*/ 3710 h 3710"/>
                <a:gd name="T12" fmla="*/ 3337 w 3691"/>
                <a:gd name="T13" fmla="*/ 3707 h 3710"/>
                <a:gd name="T14" fmla="*/ 3377 w 3691"/>
                <a:gd name="T15" fmla="*/ 3701 h 3710"/>
                <a:gd name="T16" fmla="*/ 3415 w 3691"/>
                <a:gd name="T17" fmla="*/ 3691 h 3710"/>
                <a:gd name="T18" fmla="*/ 3451 w 3691"/>
                <a:gd name="T19" fmla="*/ 3679 h 3710"/>
                <a:gd name="T20" fmla="*/ 3484 w 3691"/>
                <a:gd name="T21" fmla="*/ 3661 h 3710"/>
                <a:gd name="T22" fmla="*/ 3517 w 3691"/>
                <a:gd name="T23" fmla="*/ 3642 h 3710"/>
                <a:gd name="T24" fmla="*/ 3547 w 3691"/>
                <a:gd name="T25" fmla="*/ 3619 h 3710"/>
                <a:gd name="T26" fmla="*/ 3576 w 3691"/>
                <a:gd name="T27" fmla="*/ 3593 h 3710"/>
                <a:gd name="T28" fmla="*/ 3601 w 3691"/>
                <a:gd name="T29" fmla="*/ 3565 h 3710"/>
                <a:gd name="T30" fmla="*/ 3623 w 3691"/>
                <a:gd name="T31" fmla="*/ 3535 h 3710"/>
                <a:gd name="T32" fmla="*/ 3644 w 3691"/>
                <a:gd name="T33" fmla="*/ 3502 h 3710"/>
                <a:gd name="T34" fmla="*/ 3660 w 3691"/>
                <a:gd name="T35" fmla="*/ 3467 h 3710"/>
                <a:gd name="T36" fmla="*/ 3674 w 3691"/>
                <a:gd name="T37" fmla="*/ 3431 h 3710"/>
                <a:gd name="T38" fmla="*/ 3682 w 3691"/>
                <a:gd name="T39" fmla="*/ 3392 h 3710"/>
                <a:gd name="T40" fmla="*/ 3689 w 3691"/>
                <a:gd name="T41" fmla="*/ 3354 h 3710"/>
                <a:gd name="T42" fmla="*/ 3691 w 3691"/>
                <a:gd name="T43" fmla="*/ 3314 h 3710"/>
                <a:gd name="T44" fmla="*/ 3691 w 3691"/>
                <a:gd name="T45" fmla="*/ 0 h 3710"/>
                <a:gd name="T46" fmla="*/ 3200 w 3691"/>
                <a:gd name="T47" fmla="*/ 494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3200" y="494"/>
                  </a:moveTo>
                  <a:lnTo>
                    <a:pt x="3200" y="3214"/>
                  </a:lnTo>
                  <a:lnTo>
                    <a:pt x="491" y="3214"/>
                  </a:lnTo>
                  <a:lnTo>
                    <a:pt x="0" y="3710"/>
                  </a:lnTo>
                  <a:lnTo>
                    <a:pt x="3297" y="3710"/>
                  </a:lnTo>
                  <a:lnTo>
                    <a:pt x="3297" y="3710"/>
                  </a:lnTo>
                  <a:lnTo>
                    <a:pt x="3337" y="3707"/>
                  </a:lnTo>
                  <a:lnTo>
                    <a:pt x="3377" y="3701"/>
                  </a:lnTo>
                  <a:lnTo>
                    <a:pt x="3415" y="3691"/>
                  </a:lnTo>
                  <a:lnTo>
                    <a:pt x="3451" y="3679"/>
                  </a:lnTo>
                  <a:lnTo>
                    <a:pt x="3484" y="3661"/>
                  </a:lnTo>
                  <a:lnTo>
                    <a:pt x="3517" y="3642"/>
                  </a:lnTo>
                  <a:lnTo>
                    <a:pt x="3547" y="3619"/>
                  </a:lnTo>
                  <a:lnTo>
                    <a:pt x="3576" y="3593"/>
                  </a:lnTo>
                  <a:lnTo>
                    <a:pt x="3601" y="3565"/>
                  </a:lnTo>
                  <a:lnTo>
                    <a:pt x="3623" y="3535"/>
                  </a:lnTo>
                  <a:lnTo>
                    <a:pt x="3644" y="3502"/>
                  </a:lnTo>
                  <a:lnTo>
                    <a:pt x="3660" y="3467"/>
                  </a:lnTo>
                  <a:lnTo>
                    <a:pt x="3674" y="3431"/>
                  </a:lnTo>
                  <a:lnTo>
                    <a:pt x="3682" y="3392"/>
                  </a:lnTo>
                  <a:lnTo>
                    <a:pt x="3689" y="3354"/>
                  </a:lnTo>
                  <a:lnTo>
                    <a:pt x="3691" y="3314"/>
                  </a:lnTo>
                  <a:lnTo>
                    <a:pt x="3691" y="0"/>
                  </a:lnTo>
                  <a:lnTo>
                    <a:pt x="3200" y="4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  <p:grpSp>
        <p:nvGrpSpPr>
          <p:cNvPr id="16" name="BLOC ORANGE">
            <a:extLst>
              <a:ext uri="{FF2B5EF4-FFF2-40B4-BE49-F238E27FC236}">
                <a16:creationId xmlns:a16="http://schemas.microsoft.com/office/drawing/2014/main" id="{597C584D-30BC-AE47-77F8-5B8666D1ABB7}"/>
              </a:ext>
            </a:extLst>
          </p:cNvPr>
          <p:cNvGrpSpPr/>
          <p:nvPr userDrawn="1"/>
        </p:nvGrpSpPr>
        <p:grpSpPr>
          <a:xfrm rot="900000">
            <a:off x="8584698" y="3586923"/>
            <a:ext cx="3383470" cy="3400650"/>
            <a:chOff x="-3468501" y="-1669257"/>
            <a:chExt cx="3125788" cy="3141663"/>
          </a:xfrm>
          <a:gradFill>
            <a:gsLst>
              <a:gs pos="11000">
                <a:srgbClr val="77F2A1">
                  <a:alpha val="50000"/>
                </a:srgbClr>
              </a:gs>
              <a:gs pos="100000">
                <a:schemeClr val="bg1">
                  <a:alpha val="35000"/>
                </a:schemeClr>
              </a:gs>
            </a:gsLst>
            <a:lin ang="17400000" scaled="0"/>
          </a:gradFill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BA71515C-C3C9-DB13-4D7B-AF45A256C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68501" y="-1669257"/>
              <a:ext cx="2930525" cy="2944813"/>
            </a:xfrm>
            <a:custGeom>
              <a:avLst/>
              <a:gdLst>
                <a:gd name="T0" fmla="*/ 493 w 3691"/>
                <a:gd name="T1" fmla="*/ 3215 h 3710"/>
                <a:gd name="T2" fmla="*/ 493 w 3691"/>
                <a:gd name="T3" fmla="*/ 494 h 3710"/>
                <a:gd name="T4" fmla="*/ 3200 w 3691"/>
                <a:gd name="T5" fmla="*/ 494 h 3710"/>
                <a:gd name="T6" fmla="*/ 3691 w 3691"/>
                <a:gd name="T7" fmla="*/ 0 h 3710"/>
                <a:gd name="T8" fmla="*/ 394 w 3691"/>
                <a:gd name="T9" fmla="*/ 0 h 3710"/>
                <a:gd name="T10" fmla="*/ 394 w 3691"/>
                <a:gd name="T11" fmla="*/ 0 h 3710"/>
                <a:gd name="T12" fmla="*/ 354 w 3691"/>
                <a:gd name="T13" fmla="*/ 2 h 3710"/>
                <a:gd name="T14" fmla="*/ 314 w 3691"/>
                <a:gd name="T15" fmla="*/ 7 h 3710"/>
                <a:gd name="T16" fmla="*/ 278 w 3691"/>
                <a:gd name="T17" fmla="*/ 17 h 3710"/>
                <a:gd name="T18" fmla="*/ 241 w 3691"/>
                <a:gd name="T19" fmla="*/ 31 h 3710"/>
                <a:gd name="T20" fmla="*/ 207 w 3691"/>
                <a:gd name="T21" fmla="*/ 47 h 3710"/>
                <a:gd name="T22" fmla="*/ 174 w 3691"/>
                <a:gd name="T23" fmla="*/ 68 h 3710"/>
                <a:gd name="T24" fmla="*/ 144 w 3691"/>
                <a:gd name="T25" fmla="*/ 91 h 3710"/>
                <a:gd name="T26" fmla="*/ 116 w 3691"/>
                <a:gd name="T27" fmla="*/ 115 h 3710"/>
                <a:gd name="T28" fmla="*/ 90 w 3691"/>
                <a:gd name="T29" fmla="*/ 143 h 3710"/>
                <a:gd name="T30" fmla="*/ 68 w 3691"/>
                <a:gd name="T31" fmla="*/ 175 h 3710"/>
                <a:gd name="T32" fmla="*/ 49 w 3691"/>
                <a:gd name="T33" fmla="*/ 208 h 3710"/>
                <a:gd name="T34" fmla="*/ 31 w 3691"/>
                <a:gd name="T35" fmla="*/ 241 h 3710"/>
                <a:gd name="T36" fmla="*/ 17 w 3691"/>
                <a:gd name="T37" fmla="*/ 277 h 3710"/>
                <a:gd name="T38" fmla="*/ 9 w 3691"/>
                <a:gd name="T39" fmla="*/ 316 h 3710"/>
                <a:gd name="T40" fmla="*/ 2 w 3691"/>
                <a:gd name="T41" fmla="*/ 354 h 3710"/>
                <a:gd name="T42" fmla="*/ 0 w 3691"/>
                <a:gd name="T43" fmla="*/ 396 h 3710"/>
                <a:gd name="T44" fmla="*/ 0 w 3691"/>
                <a:gd name="T45" fmla="*/ 3710 h 3710"/>
                <a:gd name="T46" fmla="*/ 493 w 3691"/>
                <a:gd name="T47" fmla="*/ 3215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493" y="3215"/>
                  </a:moveTo>
                  <a:lnTo>
                    <a:pt x="493" y="494"/>
                  </a:lnTo>
                  <a:lnTo>
                    <a:pt x="3200" y="494"/>
                  </a:lnTo>
                  <a:lnTo>
                    <a:pt x="3691" y="0"/>
                  </a:lnTo>
                  <a:lnTo>
                    <a:pt x="394" y="0"/>
                  </a:lnTo>
                  <a:lnTo>
                    <a:pt x="394" y="0"/>
                  </a:lnTo>
                  <a:lnTo>
                    <a:pt x="354" y="2"/>
                  </a:lnTo>
                  <a:lnTo>
                    <a:pt x="314" y="7"/>
                  </a:lnTo>
                  <a:lnTo>
                    <a:pt x="278" y="17"/>
                  </a:lnTo>
                  <a:lnTo>
                    <a:pt x="241" y="31"/>
                  </a:lnTo>
                  <a:lnTo>
                    <a:pt x="207" y="47"/>
                  </a:lnTo>
                  <a:lnTo>
                    <a:pt x="174" y="68"/>
                  </a:lnTo>
                  <a:lnTo>
                    <a:pt x="144" y="91"/>
                  </a:lnTo>
                  <a:lnTo>
                    <a:pt x="116" y="115"/>
                  </a:lnTo>
                  <a:lnTo>
                    <a:pt x="90" y="143"/>
                  </a:lnTo>
                  <a:lnTo>
                    <a:pt x="68" y="175"/>
                  </a:lnTo>
                  <a:lnTo>
                    <a:pt x="49" y="208"/>
                  </a:lnTo>
                  <a:lnTo>
                    <a:pt x="31" y="241"/>
                  </a:lnTo>
                  <a:lnTo>
                    <a:pt x="17" y="277"/>
                  </a:lnTo>
                  <a:lnTo>
                    <a:pt x="9" y="316"/>
                  </a:lnTo>
                  <a:lnTo>
                    <a:pt x="2" y="354"/>
                  </a:lnTo>
                  <a:lnTo>
                    <a:pt x="0" y="396"/>
                  </a:lnTo>
                  <a:lnTo>
                    <a:pt x="0" y="3710"/>
                  </a:lnTo>
                  <a:lnTo>
                    <a:pt x="493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D33FFBBB-56F8-99DD-39EF-E1D3716A3B89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73238" y="-1472407"/>
              <a:ext cx="2930525" cy="2944813"/>
            </a:xfrm>
            <a:custGeom>
              <a:avLst/>
              <a:gdLst>
                <a:gd name="T0" fmla="*/ 3200 w 3691"/>
                <a:gd name="T1" fmla="*/ 494 h 3710"/>
                <a:gd name="T2" fmla="*/ 3200 w 3691"/>
                <a:gd name="T3" fmla="*/ 3214 h 3710"/>
                <a:gd name="T4" fmla="*/ 491 w 3691"/>
                <a:gd name="T5" fmla="*/ 3214 h 3710"/>
                <a:gd name="T6" fmla="*/ 0 w 3691"/>
                <a:gd name="T7" fmla="*/ 3710 h 3710"/>
                <a:gd name="T8" fmla="*/ 3297 w 3691"/>
                <a:gd name="T9" fmla="*/ 3710 h 3710"/>
                <a:gd name="T10" fmla="*/ 3297 w 3691"/>
                <a:gd name="T11" fmla="*/ 3710 h 3710"/>
                <a:gd name="T12" fmla="*/ 3337 w 3691"/>
                <a:gd name="T13" fmla="*/ 3707 h 3710"/>
                <a:gd name="T14" fmla="*/ 3377 w 3691"/>
                <a:gd name="T15" fmla="*/ 3701 h 3710"/>
                <a:gd name="T16" fmla="*/ 3415 w 3691"/>
                <a:gd name="T17" fmla="*/ 3691 h 3710"/>
                <a:gd name="T18" fmla="*/ 3451 w 3691"/>
                <a:gd name="T19" fmla="*/ 3679 h 3710"/>
                <a:gd name="T20" fmla="*/ 3484 w 3691"/>
                <a:gd name="T21" fmla="*/ 3661 h 3710"/>
                <a:gd name="T22" fmla="*/ 3517 w 3691"/>
                <a:gd name="T23" fmla="*/ 3642 h 3710"/>
                <a:gd name="T24" fmla="*/ 3547 w 3691"/>
                <a:gd name="T25" fmla="*/ 3619 h 3710"/>
                <a:gd name="T26" fmla="*/ 3576 w 3691"/>
                <a:gd name="T27" fmla="*/ 3593 h 3710"/>
                <a:gd name="T28" fmla="*/ 3601 w 3691"/>
                <a:gd name="T29" fmla="*/ 3565 h 3710"/>
                <a:gd name="T30" fmla="*/ 3623 w 3691"/>
                <a:gd name="T31" fmla="*/ 3535 h 3710"/>
                <a:gd name="T32" fmla="*/ 3644 w 3691"/>
                <a:gd name="T33" fmla="*/ 3502 h 3710"/>
                <a:gd name="T34" fmla="*/ 3660 w 3691"/>
                <a:gd name="T35" fmla="*/ 3467 h 3710"/>
                <a:gd name="T36" fmla="*/ 3674 w 3691"/>
                <a:gd name="T37" fmla="*/ 3431 h 3710"/>
                <a:gd name="T38" fmla="*/ 3682 w 3691"/>
                <a:gd name="T39" fmla="*/ 3392 h 3710"/>
                <a:gd name="T40" fmla="*/ 3689 w 3691"/>
                <a:gd name="T41" fmla="*/ 3354 h 3710"/>
                <a:gd name="T42" fmla="*/ 3691 w 3691"/>
                <a:gd name="T43" fmla="*/ 3314 h 3710"/>
                <a:gd name="T44" fmla="*/ 3691 w 3691"/>
                <a:gd name="T45" fmla="*/ 0 h 3710"/>
                <a:gd name="T46" fmla="*/ 3200 w 3691"/>
                <a:gd name="T47" fmla="*/ 494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3200" y="494"/>
                  </a:moveTo>
                  <a:lnTo>
                    <a:pt x="3200" y="3214"/>
                  </a:lnTo>
                  <a:lnTo>
                    <a:pt x="491" y="3214"/>
                  </a:lnTo>
                  <a:lnTo>
                    <a:pt x="0" y="3710"/>
                  </a:lnTo>
                  <a:lnTo>
                    <a:pt x="3297" y="3710"/>
                  </a:lnTo>
                  <a:lnTo>
                    <a:pt x="3297" y="3710"/>
                  </a:lnTo>
                  <a:lnTo>
                    <a:pt x="3337" y="3707"/>
                  </a:lnTo>
                  <a:lnTo>
                    <a:pt x="3377" y="3701"/>
                  </a:lnTo>
                  <a:lnTo>
                    <a:pt x="3415" y="3691"/>
                  </a:lnTo>
                  <a:lnTo>
                    <a:pt x="3451" y="3679"/>
                  </a:lnTo>
                  <a:lnTo>
                    <a:pt x="3484" y="3661"/>
                  </a:lnTo>
                  <a:lnTo>
                    <a:pt x="3517" y="3642"/>
                  </a:lnTo>
                  <a:lnTo>
                    <a:pt x="3547" y="3619"/>
                  </a:lnTo>
                  <a:lnTo>
                    <a:pt x="3576" y="3593"/>
                  </a:lnTo>
                  <a:lnTo>
                    <a:pt x="3601" y="3565"/>
                  </a:lnTo>
                  <a:lnTo>
                    <a:pt x="3623" y="3535"/>
                  </a:lnTo>
                  <a:lnTo>
                    <a:pt x="3644" y="3502"/>
                  </a:lnTo>
                  <a:lnTo>
                    <a:pt x="3660" y="3467"/>
                  </a:lnTo>
                  <a:lnTo>
                    <a:pt x="3674" y="3431"/>
                  </a:lnTo>
                  <a:lnTo>
                    <a:pt x="3682" y="3392"/>
                  </a:lnTo>
                  <a:lnTo>
                    <a:pt x="3689" y="3354"/>
                  </a:lnTo>
                  <a:lnTo>
                    <a:pt x="3691" y="3314"/>
                  </a:lnTo>
                  <a:lnTo>
                    <a:pt x="3691" y="0"/>
                  </a:lnTo>
                  <a:lnTo>
                    <a:pt x="3200" y="4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411391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yp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922472-4750-F521-8C6A-69FCDDA8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8C1107E-7C6F-C6AD-BCE6-BB90A50E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360000"/>
            <a:ext cx="7200000" cy="1080000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4000" b="1">
                <a:solidFill>
                  <a:srgbClr val="2C3C4C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F10EEE20-714C-A3BA-AA73-9C641AFEA8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0000" y="2303365"/>
            <a:ext cx="10728000" cy="3996636"/>
          </a:xfrm>
        </p:spPr>
        <p:txBody>
          <a:bodyPr/>
          <a:lstStyle>
            <a:lvl1pPr marL="0">
              <a:buFontTx/>
              <a:buNone/>
              <a:defRPr>
                <a:solidFill>
                  <a:srgbClr val="1C9A97"/>
                </a:solidFill>
              </a:defRPr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520FF783-C557-65B2-EDFB-D5ADD297F0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34044" y="1487475"/>
            <a:ext cx="9957955" cy="369332"/>
          </a:xfrm>
        </p:spPr>
        <p:txBody>
          <a:bodyPr wrap="square">
            <a:spAutoFit/>
          </a:bodyPr>
          <a:lstStyle>
            <a:lvl1pPr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cxnSp>
        <p:nvCxnSpPr>
          <p:cNvPr id="14" name="Straight Connector 6">
            <a:extLst>
              <a:ext uri="{FF2B5EF4-FFF2-40B4-BE49-F238E27FC236}">
                <a16:creationId xmlns:a16="http://schemas.microsoft.com/office/drawing/2014/main" id="{BEBF6194-D5CD-F3DE-1B06-B68D85F9EE2B}"/>
              </a:ext>
            </a:extLst>
          </p:cNvPr>
          <p:cNvCxnSpPr>
            <a:cxnSpLocks/>
          </p:cNvCxnSpPr>
          <p:nvPr userDrawn="1"/>
        </p:nvCxnSpPr>
        <p:spPr>
          <a:xfrm>
            <a:off x="791120" y="1672141"/>
            <a:ext cx="1420993" cy="0"/>
          </a:xfrm>
          <a:prstGeom prst="line">
            <a:avLst/>
          </a:prstGeom>
          <a:noFill/>
          <a:ln w="50800" cap="rnd" cmpd="sng" algn="ctr">
            <a:gradFill flip="none" rotWithShape="1">
              <a:gsLst>
                <a:gs pos="5000">
                  <a:srgbClr val="4E4FEB"/>
                </a:gs>
                <a:gs pos="45000">
                  <a:srgbClr val="77F2A1"/>
                </a:gs>
                <a:gs pos="100000">
                  <a:srgbClr val="FC9B50"/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miter lim="800000"/>
          </a:ln>
          <a:effectLst/>
        </p:spPr>
      </p:cxnSp>
      <p:grpSp>
        <p:nvGrpSpPr>
          <p:cNvPr id="15" name="BLOC VERT">
            <a:extLst>
              <a:ext uri="{FF2B5EF4-FFF2-40B4-BE49-F238E27FC236}">
                <a16:creationId xmlns:a16="http://schemas.microsoft.com/office/drawing/2014/main" id="{80A17645-B9EC-F060-25B3-8B1EF718A432}"/>
              </a:ext>
            </a:extLst>
          </p:cNvPr>
          <p:cNvGrpSpPr/>
          <p:nvPr userDrawn="1"/>
        </p:nvGrpSpPr>
        <p:grpSpPr>
          <a:xfrm rot="18900000">
            <a:off x="8422189" y="1219774"/>
            <a:ext cx="1898640" cy="1908282"/>
            <a:chOff x="-3468501" y="-1669257"/>
            <a:chExt cx="3125788" cy="3141663"/>
          </a:xfrm>
          <a:gradFill>
            <a:gsLst>
              <a:gs pos="13000">
                <a:schemeClr val="accent3">
                  <a:alpha val="57000"/>
                </a:schemeClr>
              </a:gs>
              <a:gs pos="100000">
                <a:srgbClr val="ECF8F9">
                  <a:alpha val="30000"/>
                </a:srgbClr>
              </a:gs>
            </a:gsLst>
            <a:lin ang="7200000" scaled="0"/>
          </a:gradFill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6ADF640B-2C9F-1B80-9F66-A0BEAE4B3FEE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68501" y="-1669257"/>
              <a:ext cx="2930525" cy="2944813"/>
            </a:xfrm>
            <a:custGeom>
              <a:avLst/>
              <a:gdLst>
                <a:gd name="T0" fmla="*/ 493 w 3691"/>
                <a:gd name="T1" fmla="*/ 3215 h 3710"/>
                <a:gd name="T2" fmla="*/ 493 w 3691"/>
                <a:gd name="T3" fmla="*/ 494 h 3710"/>
                <a:gd name="T4" fmla="*/ 3200 w 3691"/>
                <a:gd name="T5" fmla="*/ 494 h 3710"/>
                <a:gd name="T6" fmla="*/ 3691 w 3691"/>
                <a:gd name="T7" fmla="*/ 0 h 3710"/>
                <a:gd name="T8" fmla="*/ 394 w 3691"/>
                <a:gd name="T9" fmla="*/ 0 h 3710"/>
                <a:gd name="T10" fmla="*/ 394 w 3691"/>
                <a:gd name="T11" fmla="*/ 0 h 3710"/>
                <a:gd name="T12" fmla="*/ 354 w 3691"/>
                <a:gd name="T13" fmla="*/ 2 h 3710"/>
                <a:gd name="T14" fmla="*/ 314 w 3691"/>
                <a:gd name="T15" fmla="*/ 7 h 3710"/>
                <a:gd name="T16" fmla="*/ 278 w 3691"/>
                <a:gd name="T17" fmla="*/ 17 h 3710"/>
                <a:gd name="T18" fmla="*/ 241 w 3691"/>
                <a:gd name="T19" fmla="*/ 31 h 3710"/>
                <a:gd name="T20" fmla="*/ 207 w 3691"/>
                <a:gd name="T21" fmla="*/ 47 h 3710"/>
                <a:gd name="T22" fmla="*/ 174 w 3691"/>
                <a:gd name="T23" fmla="*/ 68 h 3710"/>
                <a:gd name="T24" fmla="*/ 144 w 3691"/>
                <a:gd name="T25" fmla="*/ 91 h 3710"/>
                <a:gd name="T26" fmla="*/ 116 w 3691"/>
                <a:gd name="T27" fmla="*/ 115 h 3710"/>
                <a:gd name="T28" fmla="*/ 90 w 3691"/>
                <a:gd name="T29" fmla="*/ 143 h 3710"/>
                <a:gd name="T30" fmla="*/ 68 w 3691"/>
                <a:gd name="T31" fmla="*/ 175 h 3710"/>
                <a:gd name="T32" fmla="*/ 49 w 3691"/>
                <a:gd name="T33" fmla="*/ 208 h 3710"/>
                <a:gd name="T34" fmla="*/ 31 w 3691"/>
                <a:gd name="T35" fmla="*/ 241 h 3710"/>
                <a:gd name="T36" fmla="*/ 17 w 3691"/>
                <a:gd name="T37" fmla="*/ 277 h 3710"/>
                <a:gd name="T38" fmla="*/ 9 w 3691"/>
                <a:gd name="T39" fmla="*/ 316 h 3710"/>
                <a:gd name="T40" fmla="*/ 2 w 3691"/>
                <a:gd name="T41" fmla="*/ 354 h 3710"/>
                <a:gd name="T42" fmla="*/ 0 w 3691"/>
                <a:gd name="T43" fmla="*/ 396 h 3710"/>
                <a:gd name="T44" fmla="*/ 0 w 3691"/>
                <a:gd name="T45" fmla="*/ 3710 h 3710"/>
                <a:gd name="T46" fmla="*/ 493 w 3691"/>
                <a:gd name="T47" fmla="*/ 3215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493" y="3215"/>
                  </a:moveTo>
                  <a:lnTo>
                    <a:pt x="493" y="494"/>
                  </a:lnTo>
                  <a:lnTo>
                    <a:pt x="3200" y="494"/>
                  </a:lnTo>
                  <a:lnTo>
                    <a:pt x="3691" y="0"/>
                  </a:lnTo>
                  <a:lnTo>
                    <a:pt x="394" y="0"/>
                  </a:lnTo>
                  <a:lnTo>
                    <a:pt x="394" y="0"/>
                  </a:lnTo>
                  <a:lnTo>
                    <a:pt x="354" y="2"/>
                  </a:lnTo>
                  <a:lnTo>
                    <a:pt x="314" y="7"/>
                  </a:lnTo>
                  <a:lnTo>
                    <a:pt x="278" y="17"/>
                  </a:lnTo>
                  <a:lnTo>
                    <a:pt x="241" y="31"/>
                  </a:lnTo>
                  <a:lnTo>
                    <a:pt x="207" y="47"/>
                  </a:lnTo>
                  <a:lnTo>
                    <a:pt x="174" y="68"/>
                  </a:lnTo>
                  <a:lnTo>
                    <a:pt x="144" y="91"/>
                  </a:lnTo>
                  <a:lnTo>
                    <a:pt x="116" y="115"/>
                  </a:lnTo>
                  <a:lnTo>
                    <a:pt x="90" y="143"/>
                  </a:lnTo>
                  <a:lnTo>
                    <a:pt x="68" y="175"/>
                  </a:lnTo>
                  <a:lnTo>
                    <a:pt x="49" y="208"/>
                  </a:lnTo>
                  <a:lnTo>
                    <a:pt x="31" y="241"/>
                  </a:lnTo>
                  <a:lnTo>
                    <a:pt x="17" y="277"/>
                  </a:lnTo>
                  <a:lnTo>
                    <a:pt x="9" y="316"/>
                  </a:lnTo>
                  <a:lnTo>
                    <a:pt x="2" y="354"/>
                  </a:lnTo>
                  <a:lnTo>
                    <a:pt x="0" y="396"/>
                  </a:lnTo>
                  <a:lnTo>
                    <a:pt x="0" y="3710"/>
                  </a:lnTo>
                  <a:lnTo>
                    <a:pt x="493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9E9248F9-6771-03CC-2E44-88F1EA38B499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73238" y="-1472407"/>
              <a:ext cx="2930525" cy="2944813"/>
            </a:xfrm>
            <a:custGeom>
              <a:avLst/>
              <a:gdLst>
                <a:gd name="T0" fmla="*/ 3200 w 3691"/>
                <a:gd name="T1" fmla="*/ 494 h 3710"/>
                <a:gd name="T2" fmla="*/ 3200 w 3691"/>
                <a:gd name="T3" fmla="*/ 3214 h 3710"/>
                <a:gd name="T4" fmla="*/ 491 w 3691"/>
                <a:gd name="T5" fmla="*/ 3214 h 3710"/>
                <a:gd name="T6" fmla="*/ 0 w 3691"/>
                <a:gd name="T7" fmla="*/ 3710 h 3710"/>
                <a:gd name="T8" fmla="*/ 3297 w 3691"/>
                <a:gd name="T9" fmla="*/ 3710 h 3710"/>
                <a:gd name="T10" fmla="*/ 3297 w 3691"/>
                <a:gd name="T11" fmla="*/ 3710 h 3710"/>
                <a:gd name="T12" fmla="*/ 3337 w 3691"/>
                <a:gd name="T13" fmla="*/ 3707 h 3710"/>
                <a:gd name="T14" fmla="*/ 3377 w 3691"/>
                <a:gd name="T15" fmla="*/ 3701 h 3710"/>
                <a:gd name="T16" fmla="*/ 3415 w 3691"/>
                <a:gd name="T17" fmla="*/ 3691 h 3710"/>
                <a:gd name="T18" fmla="*/ 3451 w 3691"/>
                <a:gd name="T19" fmla="*/ 3679 h 3710"/>
                <a:gd name="T20" fmla="*/ 3484 w 3691"/>
                <a:gd name="T21" fmla="*/ 3661 h 3710"/>
                <a:gd name="T22" fmla="*/ 3517 w 3691"/>
                <a:gd name="T23" fmla="*/ 3642 h 3710"/>
                <a:gd name="T24" fmla="*/ 3547 w 3691"/>
                <a:gd name="T25" fmla="*/ 3619 h 3710"/>
                <a:gd name="T26" fmla="*/ 3576 w 3691"/>
                <a:gd name="T27" fmla="*/ 3593 h 3710"/>
                <a:gd name="T28" fmla="*/ 3601 w 3691"/>
                <a:gd name="T29" fmla="*/ 3565 h 3710"/>
                <a:gd name="T30" fmla="*/ 3623 w 3691"/>
                <a:gd name="T31" fmla="*/ 3535 h 3710"/>
                <a:gd name="T32" fmla="*/ 3644 w 3691"/>
                <a:gd name="T33" fmla="*/ 3502 h 3710"/>
                <a:gd name="T34" fmla="*/ 3660 w 3691"/>
                <a:gd name="T35" fmla="*/ 3467 h 3710"/>
                <a:gd name="T36" fmla="*/ 3674 w 3691"/>
                <a:gd name="T37" fmla="*/ 3431 h 3710"/>
                <a:gd name="T38" fmla="*/ 3682 w 3691"/>
                <a:gd name="T39" fmla="*/ 3392 h 3710"/>
                <a:gd name="T40" fmla="*/ 3689 w 3691"/>
                <a:gd name="T41" fmla="*/ 3354 h 3710"/>
                <a:gd name="T42" fmla="*/ 3691 w 3691"/>
                <a:gd name="T43" fmla="*/ 3314 h 3710"/>
                <a:gd name="T44" fmla="*/ 3691 w 3691"/>
                <a:gd name="T45" fmla="*/ 0 h 3710"/>
                <a:gd name="T46" fmla="*/ 3200 w 3691"/>
                <a:gd name="T47" fmla="*/ 494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3200" y="494"/>
                  </a:moveTo>
                  <a:lnTo>
                    <a:pt x="3200" y="3214"/>
                  </a:lnTo>
                  <a:lnTo>
                    <a:pt x="491" y="3214"/>
                  </a:lnTo>
                  <a:lnTo>
                    <a:pt x="0" y="3710"/>
                  </a:lnTo>
                  <a:lnTo>
                    <a:pt x="3297" y="3710"/>
                  </a:lnTo>
                  <a:lnTo>
                    <a:pt x="3297" y="3710"/>
                  </a:lnTo>
                  <a:lnTo>
                    <a:pt x="3337" y="3707"/>
                  </a:lnTo>
                  <a:lnTo>
                    <a:pt x="3377" y="3701"/>
                  </a:lnTo>
                  <a:lnTo>
                    <a:pt x="3415" y="3691"/>
                  </a:lnTo>
                  <a:lnTo>
                    <a:pt x="3451" y="3679"/>
                  </a:lnTo>
                  <a:lnTo>
                    <a:pt x="3484" y="3661"/>
                  </a:lnTo>
                  <a:lnTo>
                    <a:pt x="3517" y="3642"/>
                  </a:lnTo>
                  <a:lnTo>
                    <a:pt x="3547" y="3619"/>
                  </a:lnTo>
                  <a:lnTo>
                    <a:pt x="3576" y="3593"/>
                  </a:lnTo>
                  <a:lnTo>
                    <a:pt x="3601" y="3565"/>
                  </a:lnTo>
                  <a:lnTo>
                    <a:pt x="3623" y="3535"/>
                  </a:lnTo>
                  <a:lnTo>
                    <a:pt x="3644" y="3502"/>
                  </a:lnTo>
                  <a:lnTo>
                    <a:pt x="3660" y="3467"/>
                  </a:lnTo>
                  <a:lnTo>
                    <a:pt x="3674" y="3431"/>
                  </a:lnTo>
                  <a:lnTo>
                    <a:pt x="3682" y="3392"/>
                  </a:lnTo>
                  <a:lnTo>
                    <a:pt x="3689" y="3354"/>
                  </a:lnTo>
                  <a:lnTo>
                    <a:pt x="3691" y="3314"/>
                  </a:lnTo>
                  <a:lnTo>
                    <a:pt x="3691" y="0"/>
                  </a:lnTo>
                  <a:lnTo>
                    <a:pt x="3200" y="4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  <p:grpSp>
        <p:nvGrpSpPr>
          <p:cNvPr id="19" name="BLOC BLANC">
            <a:extLst>
              <a:ext uri="{FF2B5EF4-FFF2-40B4-BE49-F238E27FC236}">
                <a16:creationId xmlns:a16="http://schemas.microsoft.com/office/drawing/2014/main" id="{AE67E2DA-18B2-89E6-8745-4ECC72383C6A}"/>
              </a:ext>
            </a:extLst>
          </p:cNvPr>
          <p:cNvGrpSpPr/>
          <p:nvPr userDrawn="1"/>
        </p:nvGrpSpPr>
        <p:grpSpPr>
          <a:xfrm rot="8100000">
            <a:off x="10429548" y="66076"/>
            <a:ext cx="1213373" cy="1219535"/>
            <a:chOff x="-3468501" y="-1669257"/>
            <a:chExt cx="3125788" cy="3141663"/>
          </a:xfrm>
          <a:gradFill>
            <a:gsLst>
              <a:gs pos="11000">
                <a:schemeClr val="accent2">
                  <a:alpha val="50000"/>
                </a:schemeClr>
              </a:gs>
              <a:gs pos="100000">
                <a:schemeClr val="bg1">
                  <a:alpha val="35000"/>
                </a:schemeClr>
              </a:gs>
            </a:gsLst>
            <a:lin ang="4800000" scaled="0"/>
          </a:gradFill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32963F66-164C-7F15-F516-A888C151A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68501" y="-1669257"/>
              <a:ext cx="2930525" cy="2944813"/>
            </a:xfrm>
            <a:custGeom>
              <a:avLst/>
              <a:gdLst>
                <a:gd name="T0" fmla="*/ 493 w 3691"/>
                <a:gd name="T1" fmla="*/ 3215 h 3710"/>
                <a:gd name="T2" fmla="*/ 493 w 3691"/>
                <a:gd name="T3" fmla="*/ 494 h 3710"/>
                <a:gd name="T4" fmla="*/ 3200 w 3691"/>
                <a:gd name="T5" fmla="*/ 494 h 3710"/>
                <a:gd name="T6" fmla="*/ 3691 w 3691"/>
                <a:gd name="T7" fmla="*/ 0 h 3710"/>
                <a:gd name="T8" fmla="*/ 394 w 3691"/>
                <a:gd name="T9" fmla="*/ 0 h 3710"/>
                <a:gd name="T10" fmla="*/ 394 w 3691"/>
                <a:gd name="T11" fmla="*/ 0 h 3710"/>
                <a:gd name="T12" fmla="*/ 354 w 3691"/>
                <a:gd name="T13" fmla="*/ 2 h 3710"/>
                <a:gd name="T14" fmla="*/ 314 w 3691"/>
                <a:gd name="T15" fmla="*/ 7 h 3710"/>
                <a:gd name="T16" fmla="*/ 278 w 3691"/>
                <a:gd name="T17" fmla="*/ 17 h 3710"/>
                <a:gd name="T18" fmla="*/ 241 w 3691"/>
                <a:gd name="T19" fmla="*/ 31 h 3710"/>
                <a:gd name="T20" fmla="*/ 207 w 3691"/>
                <a:gd name="T21" fmla="*/ 47 h 3710"/>
                <a:gd name="T22" fmla="*/ 174 w 3691"/>
                <a:gd name="T23" fmla="*/ 68 h 3710"/>
                <a:gd name="T24" fmla="*/ 144 w 3691"/>
                <a:gd name="T25" fmla="*/ 91 h 3710"/>
                <a:gd name="T26" fmla="*/ 116 w 3691"/>
                <a:gd name="T27" fmla="*/ 115 h 3710"/>
                <a:gd name="T28" fmla="*/ 90 w 3691"/>
                <a:gd name="T29" fmla="*/ 143 h 3710"/>
                <a:gd name="T30" fmla="*/ 68 w 3691"/>
                <a:gd name="T31" fmla="*/ 175 h 3710"/>
                <a:gd name="T32" fmla="*/ 49 w 3691"/>
                <a:gd name="T33" fmla="*/ 208 h 3710"/>
                <a:gd name="T34" fmla="*/ 31 w 3691"/>
                <a:gd name="T35" fmla="*/ 241 h 3710"/>
                <a:gd name="T36" fmla="*/ 17 w 3691"/>
                <a:gd name="T37" fmla="*/ 277 h 3710"/>
                <a:gd name="T38" fmla="*/ 9 w 3691"/>
                <a:gd name="T39" fmla="*/ 316 h 3710"/>
                <a:gd name="T40" fmla="*/ 2 w 3691"/>
                <a:gd name="T41" fmla="*/ 354 h 3710"/>
                <a:gd name="T42" fmla="*/ 0 w 3691"/>
                <a:gd name="T43" fmla="*/ 396 h 3710"/>
                <a:gd name="T44" fmla="*/ 0 w 3691"/>
                <a:gd name="T45" fmla="*/ 3710 h 3710"/>
                <a:gd name="T46" fmla="*/ 493 w 3691"/>
                <a:gd name="T47" fmla="*/ 3215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493" y="3215"/>
                  </a:moveTo>
                  <a:lnTo>
                    <a:pt x="493" y="494"/>
                  </a:lnTo>
                  <a:lnTo>
                    <a:pt x="3200" y="494"/>
                  </a:lnTo>
                  <a:lnTo>
                    <a:pt x="3691" y="0"/>
                  </a:lnTo>
                  <a:lnTo>
                    <a:pt x="394" y="0"/>
                  </a:lnTo>
                  <a:lnTo>
                    <a:pt x="394" y="0"/>
                  </a:lnTo>
                  <a:lnTo>
                    <a:pt x="354" y="2"/>
                  </a:lnTo>
                  <a:lnTo>
                    <a:pt x="314" y="7"/>
                  </a:lnTo>
                  <a:lnTo>
                    <a:pt x="278" y="17"/>
                  </a:lnTo>
                  <a:lnTo>
                    <a:pt x="241" y="31"/>
                  </a:lnTo>
                  <a:lnTo>
                    <a:pt x="207" y="47"/>
                  </a:lnTo>
                  <a:lnTo>
                    <a:pt x="174" y="68"/>
                  </a:lnTo>
                  <a:lnTo>
                    <a:pt x="144" y="91"/>
                  </a:lnTo>
                  <a:lnTo>
                    <a:pt x="116" y="115"/>
                  </a:lnTo>
                  <a:lnTo>
                    <a:pt x="90" y="143"/>
                  </a:lnTo>
                  <a:lnTo>
                    <a:pt x="68" y="175"/>
                  </a:lnTo>
                  <a:lnTo>
                    <a:pt x="49" y="208"/>
                  </a:lnTo>
                  <a:lnTo>
                    <a:pt x="31" y="241"/>
                  </a:lnTo>
                  <a:lnTo>
                    <a:pt x="17" y="277"/>
                  </a:lnTo>
                  <a:lnTo>
                    <a:pt x="9" y="316"/>
                  </a:lnTo>
                  <a:lnTo>
                    <a:pt x="2" y="354"/>
                  </a:lnTo>
                  <a:lnTo>
                    <a:pt x="0" y="396"/>
                  </a:lnTo>
                  <a:lnTo>
                    <a:pt x="0" y="3710"/>
                  </a:lnTo>
                  <a:lnTo>
                    <a:pt x="493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8FB3CA5D-1EE1-391D-2B16-BC237AE32EF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73238" y="-1472407"/>
              <a:ext cx="2930525" cy="2944813"/>
            </a:xfrm>
            <a:custGeom>
              <a:avLst/>
              <a:gdLst>
                <a:gd name="T0" fmla="*/ 3200 w 3691"/>
                <a:gd name="T1" fmla="*/ 494 h 3710"/>
                <a:gd name="T2" fmla="*/ 3200 w 3691"/>
                <a:gd name="T3" fmla="*/ 3214 h 3710"/>
                <a:gd name="T4" fmla="*/ 491 w 3691"/>
                <a:gd name="T5" fmla="*/ 3214 h 3710"/>
                <a:gd name="T6" fmla="*/ 0 w 3691"/>
                <a:gd name="T7" fmla="*/ 3710 h 3710"/>
                <a:gd name="T8" fmla="*/ 3297 w 3691"/>
                <a:gd name="T9" fmla="*/ 3710 h 3710"/>
                <a:gd name="T10" fmla="*/ 3297 w 3691"/>
                <a:gd name="T11" fmla="*/ 3710 h 3710"/>
                <a:gd name="T12" fmla="*/ 3337 w 3691"/>
                <a:gd name="T13" fmla="*/ 3707 h 3710"/>
                <a:gd name="T14" fmla="*/ 3377 w 3691"/>
                <a:gd name="T15" fmla="*/ 3701 h 3710"/>
                <a:gd name="T16" fmla="*/ 3415 w 3691"/>
                <a:gd name="T17" fmla="*/ 3691 h 3710"/>
                <a:gd name="T18" fmla="*/ 3451 w 3691"/>
                <a:gd name="T19" fmla="*/ 3679 h 3710"/>
                <a:gd name="T20" fmla="*/ 3484 w 3691"/>
                <a:gd name="T21" fmla="*/ 3661 h 3710"/>
                <a:gd name="T22" fmla="*/ 3517 w 3691"/>
                <a:gd name="T23" fmla="*/ 3642 h 3710"/>
                <a:gd name="T24" fmla="*/ 3547 w 3691"/>
                <a:gd name="T25" fmla="*/ 3619 h 3710"/>
                <a:gd name="T26" fmla="*/ 3576 w 3691"/>
                <a:gd name="T27" fmla="*/ 3593 h 3710"/>
                <a:gd name="T28" fmla="*/ 3601 w 3691"/>
                <a:gd name="T29" fmla="*/ 3565 h 3710"/>
                <a:gd name="T30" fmla="*/ 3623 w 3691"/>
                <a:gd name="T31" fmla="*/ 3535 h 3710"/>
                <a:gd name="T32" fmla="*/ 3644 w 3691"/>
                <a:gd name="T33" fmla="*/ 3502 h 3710"/>
                <a:gd name="T34" fmla="*/ 3660 w 3691"/>
                <a:gd name="T35" fmla="*/ 3467 h 3710"/>
                <a:gd name="T36" fmla="*/ 3674 w 3691"/>
                <a:gd name="T37" fmla="*/ 3431 h 3710"/>
                <a:gd name="T38" fmla="*/ 3682 w 3691"/>
                <a:gd name="T39" fmla="*/ 3392 h 3710"/>
                <a:gd name="T40" fmla="*/ 3689 w 3691"/>
                <a:gd name="T41" fmla="*/ 3354 h 3710"/>
                <a:gd name="T42" fmla="*/ 3691 w 3691"/>
                <a:gd name="T43" fmla="*/ 3314 h 3710"/>
                <a:gd name="T44" fmla="*/ 3691 w 3691"/>
                <a:gd name="T45" fmla="*/ 0 h 3710"/>
                <a:gd name="T46" fmla="*/ 3200 w 3691"/>
                <a:gd name="T47" fmla="*/ 494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3200" y="494"/>
                  </a:moveTo>
                  <a:lnTo>
                    <a:pt x="3200" y="3214"/>
                  </a:lnTo>
                  <a:lnTo>
                    <a:pt x="491" y="3214"/>
                  </a:lnTo>
                  <a:lnTo>
                    <a:pt x="0" y="3710"/>
                  </a:lnTo>
                  <a:lnTo>
                    <a:pt x="3297" y="3710"/>
                  </a:lnTo>
                  <a:lnTo>
                    <a:pt x="3297" y="3710"/>
                  </a:lnTo>
                  <a:lnTo>
                    <a:pt x="3337" y="3707"/>
                  </a:lnTo>
                  <a:lnTo>
                    <a:pt x="3377" y="3701"/>
                  </a:lnTo>
                  <a:lnTo>
                    <a:pt x="3415" y="3691"/>
                  </a:lnTo>
                  <a:lnTo>
                    <a:pt x="3451" y="3679"/>
                  </a:lnTo>
                  <a:lnTo>
                    <a:pt x="3484" y="3661"/>
                  </a:lnTo>
                  <a:lnTo>
                    <a:pt x="3517" y="3642"/>
                  </a:lnTo>
                  <a:lnTo>
                    <a:pt x="3547" y="3619"/>
                  </a:lnTo>
                  <a:lnTo>
                    <a:pt x="3576" y="3593"/>
                  </a:lnTo>
                  <a:lnTo>
                    <a:pt x="3601" y="3565"/>
                  </a:lnTo>
                  <a:lnTo>
                    <a:pt x="3623" y="3535"/>
                  </a:lnTo>
                  <a:lnTo>
                    <a:pt x="3644" y="3502"/>
                  </a:lnTo>
                  <a:lnTo>
                    <a:pt x="3660" y="3467"/>
                  </a:lnTo>
                  <a:lnTo>
                    <a:pt x="3674" y="3431"/>
                  </a:lnTo>
                  <a:lnTo>
                    <a:pt x="3682" y="3392"/>
                  </a:lnTo>
                  <a:lnTo>
                    <a:pt x="3689" y="3354"/>
                  </a:lnTo>
                  <a:lnTo>
                    <a:pt x="3691" y="3314"/>
                  </a:lnTo>
                  <a:lnTo>
                    <a:pt x="3691" y="0"/>
                  </a:lnTo>
                  <a:lnTo>
                    <a:pt x="3200" y="4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184149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49333" decel="50667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2.70833E-6 2.22222E-6 L -0.06614 2.22222E-6 " pathEditMode="relative" rAng="0" ptsTypes="AA">
                                      <p:cBhvr>
                                        <p:cTn id="9" dur="75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0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p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922472-4750-F521-8C6A-69FCDDA8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8C1107E-7C6F-C6AD-BCE6-BB90A50E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72000"/>
            <a:ext cx="10728000" cy="480131"/>
          </a:xfrm>
          <a:prstGeom prst="rect">
            <a:avLst/>
          </a:prstGeom>
        </p:spPr>
        <p:txBody>
          <a:bodyPr wrap="square">
            <a:spAutoFit/>
          </a:bodyPr>
          <a:lstStyle>
            <a:lvl1pPr>
              <a:defRPr sz="2800">
                <a:solidFill>
                  <a:srgbClr val="4E4FEB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F10EEE20-714C-A3BA-AA73-9C641AFEA8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00000" y="1080001"/>
            <a:ext cx="10728000" cy="5220000"/>
          </a:xfrm>
        </p:spPr>
        <p:txBody>
          <a:bodyPr/>
          <a:lstStyle>
            <a:lvl1pPr marL="0">
              <a:buFontTx/>
              <a:buNone/>
              <a:defRPr sz="2400">
                <a:gradFill>
                  <a:gsLst>
                    <a:gs pos="0">
                      <a:srgbClr val="4E4FEB"/>
                    </a:gs>
                    <a:gs pos="100000">
                      <a:schemeClr val="tx2"/>
                    </a:gs>
                  </a:gsLst>
                  <a:lin ang="19200000" scaled="0"/>
                </a:gradFill>
              </a:defRPr>
            </a:lvl1pPr>
            <a:lvl2pPr>
              <a:buFont typeface="Wingdings" panose="05000000000000000000" pitchFamily="2" charset="2"/>
              <a:buChar char="§"/>
              <a:defRPr/>
            </a:lvl2pPr>
            <a:lvl3pPr>
              <a:buFont typeface="Wingdings" panose="05000000000000000000" pitchFamily="2" charset="2"/>
              <a:buChar char="ü"/>
              <a:defRPr/>
            </a:lvl3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</p:txBody>
      </p:sp>
      <p:sp>
        <p:nvSpPr>
          <p:cNvPr id="20" name="Espace réservé du texte 19">
            <a:extLst>
              <a:ext uri="{FF2B5EF4-FFF2-40B4-BE49-F238E27FC236}">
                <a16:creationId xmlns:a16="http://schemas.microsoft.com/office/drawing/2014/main" id="{520FF783-C557-65B2-EDFB-D5ADD297F0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9999" y="576000"/>
            <a:ext cx="10728000" cy="424732"/>
          </a:xfrm>
        </p:spPr>
        <p:txBody>
          <a:bodyPr wrap="square">
            <a:spAutoFit/>
          </a:bodyPr>
          <a:lstStyle>
            <a:lvl1pPr>
              <a:buNone/>
              <a:defRPr sz="2400">
                <a:solidFill>
                  <a:schemeClr val="tx1"/>
                </a:solidFill>
                <a:latin typeface="Roboto Slab Black" pitchFamily="2" charset="0"/>
                <a:ea typeface="Roboto Slab Black" pitchFamily="2" charset="0"/>
                <a:cs typeface="Roboto Slab Black" pitchFamily="2" charset="0"/>
              </a:defRPr>
            </a:lvl1pPr>
          </a:lstStyle>
          <a:p>
            <a:pPr lvl="0"/>
            <a:r>
              <a:rPr lang="fr-FR" dirty="0"/>
              <a:t>Sous titre</a:t>
            </a:r>
          </a:p>
        </p:txBody>
      </p:sp>
      <p:grpSp>
        <p:nvGrpSpPr>
          <p:cNvPr id="13" name="BLOC VERT">
            <a:extLst>
              <a:ext uri="{FF2B5EF4-FFF2-40B4-BE49-F238E27FC236}">
                <a16:creationId xmlns:a16="http://schemas.microsoft.com/office/drawing/2014/main" id="{27256819-6735-7509-ED0D-0ACA87F944CC}"/>
              </a:ext>
            </a:extLst>
          </p:cNvPr>
          <p:cNvGrpSpPr/>
          <p:nvPr userDrawn="1"/>
        </p:nvGrpSpPr>
        <p:grpSpPr>
          <a:xfrm rot="9880151">
            <a:off x="9961550" y="-419026"/>
            <a:ext cx="2243942" cy="2255338"/>
            <a:chOff x="-3468501" y="-1669257"/>
            <a:chExt cx="3125788" cy="3141663"/>
          </a:xfrm>
          <a:gradFill>
            <a:gsLst>
              <a:gs pos="13000">
                <a:srgbClr val="1C9A97">
                  <a:alpha val="30000"/>
                </a:srgbClr>
              </a:gs>
              <a:gs pos="100000">
                <a:srgbClr val="ECF8F9">
                  <a:alpha val="30000"/>
                </a:srgbClr>
              </a:gs>
            </a:gsLst>
            <a:lin ang="7200000" scaled="0"/>
          </a:gra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904E5036-9EDD-4E11-C737-AF0CA545C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-3468501" y="-1669257"/>
              <a:ext cx="2930525" cy="2944813"/>
            </a:xfrm>
            <a:custGeom>
              <a:avLst/>
              <a:gdLst>
                <a:gd name="T0" fmla="*/ 493 w 3691"/>
                <a:gd name="T1" fmla="*/ 3215 h 3710"/>
                <a:gd name="T2" fmla="*/ 493 w 3691"/>
                <a:gd name="T3" fmla="*/ 494 h 3710"/>
                <a:gd name="T4" fmla="*/ 3200 w 3691"/>
                <a:gd name="T5" fmla="*/ 494 h 3710"/>
                <a:gd name="T6" fmla="*/ 3691 w 3691"/>
                <a:gd name="T7" fmla="*/ 0 h 3710"/>
                <a:gd name="T8" fmla="*/ 394 w 3691"/>
                <a:gd name="T9" fmla="*/ 0 h 3710"/>
                <a:gd name="T10" fmla="*/ 394 w 3691"/>
                <a:gd name="T11" fmla="*/ 0 h 3710"/>
                <a:gd name="T12" fmla="*/ 354 w 3691"/>
                <a:gd name="T13" fmla="*/ 2 h 3710"/>
                <a:gd name="T14" fmla="*/ 314 w 3691"/>
                <a:gd name="T15" fmla="*/ 7 h 3710"/>
                <a:gd name="T16" fmla="*/ 278 w 3691"/>
                <a:gd name="T17" fmla="*/ 17 h 3710"/>
                <a:gd name="T18" fmla="*/ 241 w 3691"/>
                <a:gd name="T19" fmla="*/ 31 h 3710"/>
                <a:gd name="T20" fmla="*/ 207 w 3691"/>
                <a:gd name="T21" fmla="*/ 47 h 3710"/>
                <a:gd name="T22" fmla="*/ 174 w 3691"/>
                <a:gd name="T23" fmla="*/ 68 h 3710"/>
                <a:gd name="T24" fmla="*/ 144 w 3691"/>
                <a:gd name="T25" fmla="*/ 91 h 3710"/>
                <a:gd name="T26" fmla="*/ 116 w 3691"/>
                <a:gd name="T27" fmla="*/ 115 h 3710"/>
                <a:gd name="T28" fmla="*/ 90 w 3691"/>
                <a:gd name="T29" fmla="*/ 143 h 3710"/>
                <a:gd name="T30" fmla="*/ 68 w 3691"/>
                <a:gd name="T31" fmla="*/ 175 h 3710"/>
                <a:gd name="T32" fmla="*/ 49 w 3691"/>
                <a:gd name="T33" fmla="*/ 208 h 3710"/>
                <a:gd name="T34" fmla="*/ 31 w 3691"/>
                <a:gd name="T35" fmla="*/ 241 h 3710"/>
                <a:gd name="T36" fmla="*/ 17 w 3691"/>
                <a:gd name="T37" fmla="*/ 277 h 3710"/>
                <a:gd name="T38" fmla="*/ 9 w 3691"/>
                <a:gd name="T39" fmla="*/ 316 h 3710"/>
                <a:gd name="T40" fmla="*/ 2 w 3691"/>
                <a:gd name="T41" fmla="*/ 354 h 3710"/>
                <a:gd name="T42" fmla="*/ 0 w 3691"/>
                <a:gd name="T43" fmla="*/ 396 h 3710"/>
                <a:gd name="T44" fmla="*/ 0 w 3691"/>
                <a:gd name="T45" fmla="*/ 3710 h 3710"/>
                <a:gd name="T46" fmla="*/ 493 w 3691"/>
                <a:gd name="T47" fmla="*/ 3215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493" y="3215"/>
                  </a:moveTo>
                  <a:lnTo>
                    <a:pt x="493" y="494"/>
                  </a:lnTo>
                  <a:lnTo>
                    <a:pt x="3200" y="494"/>
                  </a:lnTo>
                  <a:lnTo>
                    <a:pt x="3691" y="0"/>
                  </a:lnTo>
                  <a:lnTo>
                    <a:pt x="394" y="0"/>
                  </a:lnTo>
                  <a:lnTo>
                    <a:pt x="394" y="0"/>
                  </a:lnTo>
                  <a:lnTo>
                    <a:pt x="354" y="2"/>
                  </a:lnTo>
                  <a:lnTo>
                    <a:pt x="314" y="7"/>
                  </a:lnTo>
                  <a:lnTo>
                    <a:pt x="278" y="17"/>
                  </a:lnTo>
                  <a:lnTo>
                    <a:pt x="241" y="31"/>
                  </a:lnTo>
                  <a:lnTo>
                    <a:pt x="207" y="47"/>
                  </a:lnTo>
                  <a:lnTo>
                    <a:pt x="174" y="68"/>
                  </a:lnTo>
                  <a:lnTo>
                    <a:pt x="144" y="91"/>
                  </a:lnTo>
                  <a:lnTo>
                    <a:pt x="116" y="115"/>
                  </a:lnTo>
                  <a:lnTo>
                    <a:pt x="90" y="143"/>
                  </a:lnTo>
                  <a:lnTo>
                    <a:pt x="68" y="175"/>
                  </a:lnTo>
                  <a:lnTo>
                    <a:pt x="49" y="208"/>
                  </a:lnTo>
                  <a:lnTo>
                    <a:pt x="31" y="241"/>
                  </a:lnTo>
                  <a:lnTo>
                    <a:pt x="17" y="277"/>
                  </a:lnTo>
                  <a:lnTo>
                    <a:pt x="9" y="316"/>
                  </a:lnTo>
                  <a:lnTo>
                    <a:pt x="2" y="354"/>
                  </a:lnTo>
                  <a:lnTo>
                    <a:pt x="0" y="396"/>
                  </a:lnTo>
                  <a:lnTo>
                    <a:pt x="0" y="3710"/>
                  </a:lnTo>
                  <a:lnTo>
                    <a:pt x="493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F970BAF8-9CF2-0D65-3205-CD97355E1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-3273239" y="-1472407"/>
              <a:ext cx="2930526" cy="2944813"/>
            </a:xfrm>
            <a:custGeom>
              <a:avLst/>
              <a:gdLst>
                <a:gd name="T0" fmla="*/ 3200 w 3691"/>
                <a:gd name="T1" fmla="*/ 494 h 3710"/>
                <a:gd name="T2" fmla="*/ 3200 w 3691"/>
                <a:gd name="T3" fmla="*/ 3214 h 3710"/>
                <a:gd name="T4" fmla="*/ 491 w 3691"/>
                <a:gd name="T5" fmla="*/ 3214 h 3710"/>
                <a:gd name="T6" fmla="*/ 0 w 3691"/>
                <a:gd name="T7" fmla="*/ 3710 h 3710"/>
                <a:gd name="T8" fmla="*/ 3297 w 3691"/>
                <a:gd name="T9" fmla="*/ 3710 h 3710"/>
                <a:gd name="T10" fmla="*/ 3297 w 3691"/>
                <a:gd name="T11" fmla="*/ 3710 h 3710"/>
                <a:gd name="T12" fmla="*/ 3337 w 3691"/>
                <a:gd name="T13" fmla="*/ 3707 h 3710"/>
                <a:gd name="T14" fmla="*/ 3377 w 3691"/>
                <a:gd name="T15" fmla="*/ 3701 h 3710"/>
                <a:gd name="T16" fmla="*/ 3415 w 3691"/>
                <a:gd name="T17" fmla="*/ 3691 h 3710"/>
                <a:gd name="T18" fmla="*/ 3451 w 3691"/>
                <a:gd name="T19" fmla="*/ 3679 h 3710"/>
                <a:gd name="T20" fmla="*/ 3484 w 3691"/>
                <a:gd name="T21" fmla="*/ 3661 h 3710"/>
                <a:gd name="T22" fmla="*/ 3517 w 3691"/>
                <a:gd name="T23" fmla="*/ 3642 h 3710"/>
                <a:gd name="T24" fmla="*/ 3547 w 3691"/>
                <a:gd name="T25" fmla="*/ 3619 h 3710"/>
                <a:gd name="T26" fmla="*/ 3576 w 3691"/>
                <a:gd name="T27" fmla="*/ 3593 h 3710"/>
                <a:gd name="T28" fmla="*/ 3601 w 3691"/>
                <a:gd name="T29" fmla="*/ 3565 h 3710"/>
                <a:gd name="T30" fmla="*/ 3623 w 3691"/>
                <a:gd name="T31" fmla="*/ 3535 h 3710"/>
                <a:gd name="T32" fmla="*/ 3644 w 3691"/>
                <a:gd name="T33" fmla="*/ 3502 h 3710"/>
                <a:gd name="T34" fmla="*/ 3660 w 3691"/>
                <a:gd name="T35" fmla="*/ 3467 h 3710"/>
                <a:gd name="T36" fmla="*/ 3674 w 3691"/>
                <a:gd name="T37" fmla="*/ 3431 h 3710"/>
                <a:gd name="T38" fmla="*/ 3682 w 3691"/>
                <a:gd name="T39" fmla="*/ 3392 h 3710"/>
                <a:gd name="T40" fmla="*/ 3689 w 3691"/>
                <a:gd name="T41" fmla="*/ 3354 h 3710"/>
                <a:gd name="T42" fmla="*/ 3691 w 3691"/>
                <a:gd name="T43" fmla="*/ 3314 h 3710"/>
                <a:gd name="T44" fmla="*/ 3691 w 3691"/>
                <a:gd name="T45" fmla="*/ 0 h 3710"/>
                <a:gd name="T46" fmla="*/ 3200 w 3691"/>
                <a:gd name="T47" fmla="*/ 494 h 37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91" h="3710">
                  <a:moveTo>
                    <a:pt x="3200" y="494"/>
                  </a:moveTo>
                  <a:lnTo>
                    <a:pt x="3200" y="3214"/>
                  </a:lnTo>
                  <a:lnTo>
                    <a:pt x="491" y="3214"/>
                  </a:lnTo>
                  <a:lnTo>
                    <a:pt x="0" y="3710"/>
                  </a:lnTo>
                  <a:lnTo>
                    <a:pt x="3297" y="3710"/>
                  </a:lnTo>
                  <a:lnTo>
                    <a:pt x="3297" y="3710"/>
                  </a:lnTo>
                  <a:lnTo>
                    <a:pt x="3337" y="3707"/>
                  </a:lnTo>
                  <a:lnTo>
                    <a:pt x="3377" y="3701"/>
                  </a:lnTo>
                  <a:lnTo>
                    <a:pt x="3415" y="3691"/>
                  </a:lnTo>
                  <a:lnTo>
                    <a:pt x="3451" y="3679"/>
                  </a:lnTo>
                  <a:lnTo>
                    <a:pt x="3484" y="3661"/>
                  </a:lnTo>
                  <a:lnTo>
                    <a:pt x="3517" y="3642"/>
                  </a:lnTo>
                  <a:lnTo>
                    <a:pt x="3547" y="3619"/>
                  </a:lnTo>
                  <a:lnTo>
                    <a:pt x="3576" y="3593"/>
                  </a:lnTo>
                  <a:lnTo>
                    <a:pt x="3601" y="3565"/>
                  </a:lnTo>
                  <a:lnTo>
                    <a:pt x="3623" y="3535"/>
                  </a:lnTo>
                  <a:lnTo>
                    <a:pt x="3644" y="3502"/>
                  </a:lnTo>
                  <a:lnTo>
                    <a:pt x="3660" y="3467"/>
                  </a:lnTo>
                  <a:lnTo>
                    <a:pt x="3674" y="3431"/>
                  </a:lnTo>
                  <a:lnTo>
                    <a:pt x="3682" y="3392"/>
                  </a:lnTo>
                  <a:lnTo>
                    <a:pt x="3689" y="3354"/>
                  </a:lnTo>
                  <a:lnTo>
                    <a:pt x="3691" y="3314"/>
                  </a:lnTo>
                  <a:lnTo>
                    <a:pt x="3691" y="0"/>
                  </a:lnTo>
                  <a:lnTo>
                    <a:pt x="3200" y="49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 dirty="0"/>
            </a:p>
          </p:txBody>
        </p:sp>
      </p:grpSp>
      <p:sp>
        <p:nvSpPr>
          <p:cNvPr id="23" name="Espace réservé du contenu 22">
            <a:extLst>
              <a:ext uri="{FF2B5EF4-FFF2-40B4-BE49-F238E27FC236}">
                <a16:creationId xmlns:a16="http://schemas.microsoft.com/office/drawing/2014/main" id="{6731E10A-4F5A-1898-F311-AB0CD841B27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0" y="1773382"/>
            <a:ext cx="5531999" cy="4508618"/>
          </a:xfrm>
          <a:solidFill>
            <a:srgbClr val="ECF8F9"/>
          </a:solidFill>
          <a:ln w="63500">
            <a:noFill/>
          </a:ln>
          <a:effectLst>
            <a:outerShdw blurRad="571500" dist="762000" dir="5400000" sx="50000" sy="5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algn="l">
              <a:buNone/>
              <a:defRPr lang="fr-FR" sz="1600" b="1" smtClean="0">
                <a:solidFill>
                  <a:schemeClr val="tx1"/>
                </a:solidFill>
                <a:latin typeface="+mn-lt"/>
                <a:ea typeface="Segoe UI Black" panose="020B0A02040204020203" pitchFamily="34" charset="0"/>
              </a:defRPr>
            </a:lvl1pPr>
            <a:lvl2pPr>
              <a:defRPr lang="fr-FR" sz="1800" smtClean="0">
                <a:solidFill>
                  <a:schemeClr val="lt1"/>
                </a:solidFill>
              </a:defRPr>
            </a:lvl2pPr>
            <a:lvl3pPr>
              <a:defRPr lang="fr-FR" sz="1800" smtClean="0">
                <a:solidFill>
                  <a:schemeClr val="lt1"/>
                </a:solidFill>
              </a:defRPr>
            </a:lvl3pPr>
            <a:lvl4pPr>
              <a:defRPr lang="fr-FR" smtClean="0">
                <a:solidFill>
                  <a:schemeClr val="lt1"/>
                </a:solidFill>
              </a:defRPr>
            </a:lvl4pPr>
            <a:lvl5pPr>
              <a:defRPr lang="fr-FR">
                <a:solidFill>
                  <a:schemeClr val="lt1"/>
                </a:solidFill>
              </a:defRPr>
            </a:lvl5pPr>
          </a:lstStyle>
          <a:p>
            <a:pPr marL="0" lvl="0" algn="ctr"/>
            <a:r>
              <a:rPr lang="fr-FR" dirty="0"/>
              <a:t>Cl</a:t>
            </a:r>
          </a:p>
        </p:txBody>
      </p:sp>
    </p:spTree>
    <p:extLst>
      <p:ext uri="{BB962C8B-B14F-4D97-AF65-F5344CB8AC3E}">
        <p14:creationId xmlns:p14="http://schemas.microsoft.com/office/powerpoint/2010/main" val="2950495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082CE6-8C3B-21E3-2BF7-835BF41F6E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3219E5-DFED-A2E3-4524-A49E4511D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C402B9-5268-E604-6DE6-587C9F2569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83E189-E871-E29B-1F99-18805BB38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8099CB-A702-3C4D-C8E6-F9E06BA6A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6078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F06D56-BBAB-0F4F-D8FB-8EA5EED42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8D42AD-D2CA-AA11-2F70-818C307A1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7775E3A-4BF4-32A1-0F81-288EF06190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8BF2683-F863-7999-C6EA-8B7A6DDBD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072899-45B3-FA19-BC10-E34C3D8C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7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EC6363-13C9-094A-3DB4-B75C523FF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5351931-3584-3755-A767-03354D68C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165CE8D-1300-1CF4-3897-DA68A6E0B2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D5377C-B602-CD47-802D-75009FCDD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11478E-FA75-6566-B08F-1895B227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386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503662-AC1F-963F-1DBF-9F547542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1EBDA82-D1CE-269D-33C6-9C2ED1CD85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97EA652-4D78-29AC-A144-4E87F2757C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CF00955-7A72-72D2-BECF-7FB21981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9F00773-352F-7F46-1CDC-FCDE378B6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8D6AFF0-6D3E-9E3C-6F5A-031B3DA16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672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183DB7-2FE6-A36D-B729-E2CB1DE1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8D285BD-08B4-158B-D5C0-958C9F633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BF5827C-6D24-5FA5-B841-E7C7A4103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D3F28B9-5850-72C3-513C-A78FFB945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03CA5DC-6646-2D94-4206-177374BB6F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B37149F-062B-80B1-5557-7F6D8202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326BDF1-16C8-4D62-9ACA-3D52094AB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96F0535-8730-9D74-97AD-1D9F9B8BD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6542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C1107E-7C6F-C6AD-BCE6-BB90A50E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06FD0CC-60CE-9D09-6002-357D95F6CE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1EC364D-EDF8-EBEC-2200-24AC9714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7922472-4750-F521-8C6A-69FCDDA8D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8927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7A0431E-C211-9A92-2326-536C9052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F3774C3-5C2B-373D-B74A-20AD1FB7A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F3CEDA-B752-28CC-A38B-904BB7160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2562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824405-2246-018D-62A2-766836BD8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09EFD5-C48B-567A-83CE-704A75259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53A31A2-8913-4E16-0701-B05A8D5FB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CFAD5C-2358-A7AF-2AAA-B95B803A73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A8142C-608C-B49E-0B7B-08FB1A72D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7B7C239-5F20-E86D-B010-B451F0B0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8010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774D0-9D76-DB11-6274-628E89062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7CA9805-BDCE-D273-15C2-A1EE7A9AF3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D50E0D-E094-FDC8-86D6-D01ABB2FE1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458AA92-7D38-F8CC-75DF-24F1138AC7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D70C053-5935-593B-1063-4DD958479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5327CEF-B3C7-6398-928D-67C5F167E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21463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2D45E9-60E3-03F7-95B3-BBD70346F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60BB2D6-370C-A490-660F-943B5E74F8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05E70CF-0829-B0F9-8700-E0A77930EA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4BAE081-84AC-133F-B59F-2933B449D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EDB0AE-95A6-7458-5647-8E5354F9C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0587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AC77FE3-2303-91D0-BAB4-506A4CBC3F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9BDA849-C43E-5709-F4BD-B5A23411F0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A658A4A-2E21-B946-5980-77EA841BECC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89EA42-F412-4A4F-83F0-269DDE2A1180}" type="datetimeFigureOut">
              <a:rPr lang="fr-FR" smtClean="0"/>
              <a:t>17/04/2026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D0AD6F-F6D2-3F7A-AF54-B360947B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355B14E-5C0F-8326-A5AA-6CAC4E8CA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E914468-BF39-46E2-BC49-3A8D09FBC79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3147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ce réservé du titre 6">
            <a:extLst>
              <a:ext uri="{FF2B5EF4-FFF2-40B4-BE49-F238E27FC236}">
                <a16:creationId xmlns:a16="http://schemas.microsoft.com/office/drawing/2014/main" id="{93F588E6-6793-7169-D346-1373D0BA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45FC691-C4E5-6AD7-A476-65DFC415A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1" name="Espace réservé du numéro de diapositive 10">
            <a:extLst>
              <a:ext uri="{FF2B5EF4-FFF2-40B4-BE49-F238E27FC236}">
                <a16:creationId xmlns:a16="http://schemas.microsoft.com/office/drawing/2014/main" id="{B4E54535-5133-E4D1-C9E7-8833FE344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976BC-7F42-4982-A48A-3E6A00B48E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545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8" r:id="rId3"/>
    <p:sldLayoutId id="2147483677" r:id="rId4"/>
    <p:sldLayoutId id="2147483676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70B9D575-51C6-24B2-4827-A938BAA395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46FCBC9-4D58-590A-ED2C-23CD143A5C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DAB22C8-E201-881F-49BA-BD2C4876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0861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16DE8C1-4A35-5551-9B2D-5E8E5D7D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84E501-B605-4E0B-69ED-2F9E359E07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54EE5CC-18D7-CB79-3655-E8943885A7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9096184"/>
      </p:ext>
    </p:extLst>
  </p:cSld>
  <p:clrMapOvr>
    <a:masterClrMapping/>
  </p:clrMapOvr>
</p:sld>
</file>

<file path=ppt/theme/theme1.xml><?xml version="1.0" encoding="utf-8"?>
<a:theme xmlns:a="http://schemas.openxmlformats.org/drawingml/2006/main" name="1_Conception personnalisée">
  <a:themeElements>
    <a:clrScheme name="Foliateam">
      <a:dk1>
        <a:srgbClr val="2C3C4C"/>
      </a:dk1>
      <a:lt1>
        <a:sysClr val="window" lastClr="FFFFFF"/>
      </a:lt1>
      <a:dk2>
        <a:srgbClr val="0E2841"/>
      </a:dk2>
      <a:lt2>
        <a:srgbClr val="E8E8E8"/>
      </a:lt2>
      <a:accent1>
        <a:srgbClr val="1C9A97"/>
      </a:accent1>
      <a:accent2>
        <a:srgbClr val="4E4FEB"/>
      </a:accent2>
      <a:accent3>
        <a:srgbClr val="77F2A1"/>
      </a:accent3>
      <a:accent4>
        <a:srgbClr val="FC9B50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Foliateam">
      <a:majorFont>
        <a:latin typeface="Roboto Slab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2" baseType="lpstr">
      <vt:lpstr>Aptos</vt:lpstr>
      <vt:lpstr>Arial</vt:lpstr>
      <vt:lpstr>Calibri</vt:lpstr>
      <vt:lpstr>Lato</vt:lpstr>
      <vt:lpstr>Lato Light</vt:lpstr>
      <vt:lpstr>Roboto Slab</vt:lpstr>
      <vt:lpstr>Roboto Slab Black</vt:lpstr>
      <vt:lpstr>Segoe UI Black</vt:lpstr>
      <vt:lpstr>Wingdings</vt:lpstr>
      <vt:lpstr>1_Conception personnalisée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 JEANNIN</dc:creator>
  <cp:lastModifiedBy>Pierre JEANNIN</cp:lastModifiedBy>
  <cp:revision>3</cp:revision>
  <dcterms:created xsi:type="dcterms:W3CDTF">2026-01-13T14:10:34Z</dcterms:created>
  <dcterms:modified xsi:type="dcterms:W3CDTF">2026-04-17T07:02:09Z</dcterms:modified>
</cp:coreProperties>
</file>